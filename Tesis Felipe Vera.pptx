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2.xml" ContentType="application/vnd.openxmlformats-officedocument.presentationml.tags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tags/tag4.xml" ContentType="application/vnd.openxmlformats-officedocument.presentationml.tags+xml"/>
  <Override PartName="/ppt/theme/theme4.xml" ContentType="application/vnd.openxmlformats-officedocument.theme+xml"/>
  <Override PartName="/ppt/theme/theme5.xml" ContentType="application/vnd.openxmlformats-officedocument.theme+xml"/>
  <Override PartName="/ppt/tags/tag5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902" r:id="rId5"/>
    <p:sldMasterId id="2147483904" r:id="rId6"/>
  </p:sldMasterIdLst>
  <p:notesMasterIdLst>
    <p:notesMasterId r:id="rId15"/>
  </p:notesMasterIdLst>
  <p:handoutMasterIdLst>
    <p:handoutMasterId r:id="rId16"/>
  </p:handoutMasterIdLst>
  <p:sldIdLst>
    <p:sldId id="3210" r:id="rId7"/>
    <p:sldId id="2147474308" r:id="rId8"/>
    <p:sldId id="2147474370" r:id="rId9"/>
    <p:sldId id="2147474371" r:id="rId10"/>
    <p:sldId id="2147474316" r:id="rId11"/>
    <p:sldId id="2147474372" r:id="rId12"/>
    <p:sldId id="2147474374" r:id="rId13"/>
    <p:sldId id="2147474375" r:id="rId14"/>
  </p:sldIdLst>
  <p:sldSz cx="9144000" cy="5143500" type="screen16x9"/>
  <p:notesSz cx="6858000" cy="9144000"/>
  <p:custShowLst>
    <p:custShow name="Presentazione personalizzata 1" id="0">
      <p:sldLst/>
    </p:custShow>
  </p:custShowLst>
  <p:custDataLst>
    <p:tags r:id="rId17"/>
  </p:custDataLst>
  <p:defaultTextStyle>
    <a:defPPr>
      <a:defRPr lang="it-IT"/>
    </a:defPPr>
    <a:lvl1pPr marL="0" algn="l" defTabSz="4571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69" algn="l" defTabSz="4571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37" algn="l" defTabSz="4571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06" algn="l" defTabSz="4571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674" algn="l" defTabSz="4571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843" algn="l" defTabSz="4571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011" algn="l" defTabSz="4571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180" algn="l" defTabSz="4571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348" algn="l" defTabSz="457169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2880" userDrawn="1">
          <p15:clr>
            <a:srgbClr val="A4A3A4"/>
          </p15:clr>
        </p15:guide>
        <p15:guide id="2" orient="horz" pos="16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D46A0A-42CD-284C-6753-898D06902097}" name="Hormazábal Verdugo, Elías Bastián" initials="HVEB" userId="S::elias.hormazabal@planvital.cl::008d6553-bab0-45fe-9ecd-45a1cc17ece9" providerId="AD"/>
  <p188:author id="{98A69418-2A8E-F8BD-264A-06B749BB3290}" name="Díaz Rodríguez, Jorge" initials="DRJ" userId="S::jorge.diaz@planvital.cl::83015065-d8d1-47f1-aecc-df899b1c2e63" providerId="AD"/>
  <p188:author id="{8EC2E130-5420-0D13-9314-94AE1F91EE60}" name="Vera Meza, Felipe (Externo)" initials="FV" userId="S::Felipe.Vera@planvital.cl::eac0b0ba-6653-4585-9e9c-2e612c4fc4f6" providerId="AD"/>
  <p188:author id="{6766E33F-71AC-5A8A-4BAC-D49EC34BBE6F}" name="Montanares Trujillo, Pamela Andrea" initials="MTPA" userId="S::pamela.montanares@planvital.cl::6e514ce5-60c2-4d2d-b417-3c04e1058fe5" providerId="AD"/>
  <p188:author id="{2F34B39E-E265-05B2-1E8C-586939A0E0E1}" name="Ascencio Carrasco, Cristián" initials="AC" userId="S::cristian.ascencio@planvital.cl::357dd60c-fd5b-4cd5-b238-538f11f4889d" providerId="AD"/>
  <p188:author id="{C11F4FD5-DE5A-BD4F-CE78-169F51527312}" name="Cornejo Jara, Alejandra" initials="CJA" userId="S::alejandra.cornejo@planvital.cl::a4999f64-ddb6-4a53-839c-0cf1dcb84689" providerId="AD"/>
  <p188:author id="{24427EE3-25EC-86B3-311C-737CFDF38A60}" name="Gutierrez Cordero, Pamela" initials="GCP" userId="S::pamela.gutierrez@planvital.cl::8dd94c51-4f8d-4e8c-b11f-8db577b407e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6A6A6"/>
    <a:srgbClr val="BF0505"/>
    <a:srgbClr val="1801E9"/>
    <a:srgbClr val="000000"/>
    <a:srgbClr val="0076CA"/>
    <a:srgbClr val="2C13E7"/>
    <a:srgbClr val="2E3F92"/>
    <a:srgbClr val="BD0000"/>
    <a:srgbClr val="C5EDB9"/>
    <a:srgbClr val="FDF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2A1874-1E7E-48FB-BDF2-9D2CAE2F09E4}" v="42" dt="2025-05-15T14:28:18.6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Stile chiaro 3 - Color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Stile chiaro 1 - Color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7AC3CCA-C797-4891-BE02-D94E43425B78}" styleName="Stile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3B4B98B0-60AC-42C2-AFA5-B58CD77FA1E5}" styleName="Stile chiaro 1 - Color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essuno stile, griglia tabel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Stile chiaro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essuno stile, nessuna grigli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D083AE6-46FA-4A59-8FB0-9F97EB10719F}" styleName="Stile chiaro 3 - Colore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Stile chi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269D01E-BC32-4049-B463-5C60D7B0CCD2}" styleName="Stile con tema 2 - Colore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C083E6E3-FA7D-4D7B-A595-EF9225AFEA82}" styleName="Stile chiaro 1 - Colore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2" d="100"/>
          <a:sy n="72" d="100"/>
        </p:scale>
        <p:origin x="1762" y="576"/>
      </p:cViewPr>
      <p:guideLst>
        <p:guide pos="2880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tags" Target="tags/tag1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23" Type="http://schemas.microsoft.com/office/2018/10/relationships/authors" Target="authors.xml"/><Relationship Id="rId10" Type="http://schemas.openxmlformats.org/officeDocument/2006/relationships/slide" Target="slides/slide4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>
              <a:latin typeface="Arial"/>
            </a:endParaRPr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777E4-9475-8446-9C92-3FD7FFADEFA1}" type="datetimeFigureOut">
              <a:rPr lang="it-IT" smtClean="0">
                <a:latin typeface="Arial"/>
              </a:rPr>
              <a:pPr/>
              <a:t>19/05/2025</a:t>
            </a:fld>
            <a:endParaRPr lang="it-IT">
              <a:latin typeface="Arial"/>
            </a:endParaRPr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>
              <a:latin typeface="Arial"/>
            </a:endParaRPr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004876-7C41-8541-8A87-AC5A2920BFC6}" type="slidenum">
              <a:rPr lang="it-IT" smtClean="0">
                <a:latin typeface="Arial"/>
              </a:rPr>
              <a:pPr/>
              <a:t>‹Nº›</a:t>
            </a:fld>
            <a:endParaRPr lang="it-IT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3713711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/>
              </a:defRPr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/>
              </a:defRPr>
            </a:lvl1pPr>
          </a:lstStyle>
          <a:p>
            <a:fld id="{11A086D9-B6C2-4543-93F1-7626B8D6DACC}" type="datetimeFigureOut">
              <a:rPr lang="it-IT" smtClean="0"/>
              <a:pPr/>
              <a:t>19/05/2025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Fare </a:t>
            </a:r>
            <a:r>
              <a:rPr lang="en-US" err="1"/>
              <a:t>clic</a:t>
            </a:r>
            <a:r>
              <a:rPr lang="en-US"/>
              <a:t> per </a:t>
            </a:r>
            <a:r>
              <a:rPr lang="en-US" err="1"/>
              <a:t>modificare</a:t>
            </a:r>
            <a:r>
              <a:rPr lang="en-US"/>
              <a:t> </a:t>
            </a:r>
            <a:r>
              <a:rPr lang="en-US" err="1"/>
              <a:t>gli</a:t>
            </a:r>
            <a:r>
              <a:rPr lang="en-US"/>
              <a:t> </a:t>
            </a:r>
            <a:r>
              <a:rPr lang="en-US" err="1"/>
              <a:t>stili</a:t>
            </a:r>
            <a:r>
              <a:rPr lang="en-US"/>
              <a:t> del </a:t>
            </a:r>
            <a:r>
              <a:rPr lang="en-US" err="1"/>
              <a:t>testo</a:t>
            </a:r>
            <a:r>
              <a:rPr lang="en-US"/>
              <a:t> </a:t>
            </a:r>
            <a:r>
              <a:rPr lang="en-US" err="1"/>
              <a:t>dello</a:t>
            </a:r>
            <a:r>
              <a:rPr lang="en-US"/>
              <a:t> schema</a:t>
            </a:r>
          </a:p>
          <a:p>
            <a:pPr lvl="1"/>
            <a:r>
              <a:rPr lang="en-US"/>
              <a:t>Secondo </a:t>
            </a:r>
            <a:r>
              <a:rPr lang="en-US" err="1"/>
              <a:t>livello</a:t>
            </a:r>
            <a:endParaRPr lang="en-US"/>
          </a:p>
          <a:p>
            <a:pPr lvl="2"/>
            <a:r>
              <a:rPr lang="en-US" err="1"/>
              <a:t>Terzo</a:t>
            </a:r>
            <a:r>
              <a:rPr lang="en-US"/>
              <a:t> </a:t>
            </a:r>
            <a:r>
              <a:rPr lang="en-US" err="1"/>
              <a:t>livello</a:t>
            </a:r>
            <a:endParaRPr lang="en-US"/>
          </a:p>
          <a:p>
            <a:pPr lvl="3"/>
            <a:r>
              <a:rPr lang="en-US"/>
              <a:t>Quarto </a:t>
            </a:r>
            <a:r>
              <a:rPr lang="en-US" err="1"/>
              <a:t>livello</a:t>
            </a:r>
            <a:endParaRPr lang="en-US"/>
          </a:p>
          <a:p>
            <a:pPr lvl="4"/>
            <a:r>
              <a:rPr lang="en-US" err="1"/>
              <a:t>Quinto</a:t>
            </a:r>
            <a:r>
              <a:rPr lang="en-US"/>
              <a:t> </a:t>
            </a:r>
            <a:r>
              <a:rPr lang="en-US" err="1"/>
              <a:t>livello</a:t>
            </a:r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/>
              </a:defRPr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/>
              </a:defRPr>
            </a:lvl1pPr>
          </a:lstStyle>
          <a:p>
            <a:fld id="{D56EDDCE-EE65-6D48-ACA2-30328AA80092}" type="slidenum">
              <a:rPr lang="it-IT" smtClean="0"/>
              <a:pPr/>
              <a:t>‹Nº›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463369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169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1pPr>
    <a:lvl2pPr marL="457169" algn="l" defTabSz="457169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2pPr>
    <a:lvl3pPr marL="914337" algn="l" defTabSz="457169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3pPr>
    <a:lvl4pPr marL="1371506" algn="l" defTabSz="457169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4pPr>
    <a:lvl5pPr marL="1828674" algn="l" defTabSz="457169" rtl="0" eaLnBrk="1" latinLnBrk="0" hangingPunct="1">
      <a:defRPr sz="1200" kern="1200">
        <a:solidFill>
          <a:schemeClr val="tx1"/>
        </a:solidFill>
        <a:latin typeface="Arial"/>
        <a:ea typeface="+mn-ea"/>
        <a:cs typeface="+mn-cs"/>
      </a:defRPr>
    </a:lvl5pPr>
    <a:lvl6pPr marL="2285843" algn="l" defTabSz="4571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011" algn="l" defTabSz="4571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180" algn="l" defTabSz="4571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348" algn="l" defTabSz="457169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EDDCE-EE65-6D48-ACA2-30328AA80092}" type="slidenum">
              <a:rPr lang="it-IT" smtClean="0"/>
              <a:pPr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530386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6EDDCE-EE65-6D48-ACA2-30328AA80092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1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17740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85C1C-2382-194E-8199-71B0A7671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B45F749-6C0B-461E-1C12-94E88AF73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191E7E7-09CF-0BC0-7823-02C67A926D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EF9D06A6-6D2C-8960-83CC-421306AB6E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56EDDCE-EE65-6D48-ACA2-30328AA80092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4571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9932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6EDDCE-EE65-6D48-ACA2-30328AA80092}" type="slidenum">
              <a:rPr lang="it-IT" smtClean="0"/>
              <a:pPr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034386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F44A04A-95E2-3B45-A3B9-EBD92AF8E80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60343" y="1976845"/>
            <a:ext cx="7974056" cy="18758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100" b="0" kern="0" spc="40" baseline="0">
                <a:solidFill>
                  <a:schemeClr val="bg2"/>
                </a:solidFill>
                <a:latin typeface="+mn-lt"/>
              </a:defRPr>
            </a:lvl1pPr>
            <a:lvl2pPr marL="390998" indent="0">
              <a:lnSpc>
                <a:spcPts val="1400"/>
              </a:lnSpc>
              <a:spcBef>
                <a:spcPts val="0"/>
              </a:spcBef>
              <a:buNone/>
              <a:defRPr sz="1000" b="0">
                <a:solidFill>
                  <a:schemeClr val="bg2"/>
                </a:solidFill>
                <a:latin typeface="+mn-lt"/>
              </a:defRPr>
            </a:lvl2pPr>
            <a:lvl3pPr marL="781995" indent="0">
              <a:lnSpc>
                <a:spcPts val="1400"/>
              </a:lnSpc>
              <a:spcBef>
                <a:spcPts val="0"/>
              </a:spcBef>
              <a:buNone/>
              <a:defRPr sz="1000" b="0">
                <a:solidFill>
                  <a:schemeClr val="bg2"/>
                </a:solidFill>
                <a:latin typeface="+mn-lt"/>
              </a:defRPr>
            </a:lvl3pPr>
            <a:lvl4pPr marL="1172992" indent="0">
              <a:lnSpc>
                <a:spcPts val="1400"/>
              </a:lnSpc>
              <a:spcBef>
                <a:spcPts val="0"/>
              </a:spcBef>
              <a:buNone/>
              <a:defRPr sz="1000" b="0">
                <a:solidFill>
                  <a:schemeClr val="bg2"/>
                </a:solidFill>
                <a:latin typeface="+mn-lt"/>
              </a:defRPr>
            </a:lvl4pPr>
            <a:lvl5pPr marL="1563989" indent="0">
              <a:lnSpc>
                <a:spcPts val="1400"/>
              </a:lnSpc>
              <a:spcBef>
                <a:spcPts val="0"/>
              </a:spcBef>
              <a:buNone/>
              <a:defRPr sz="1000" b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Lorem </a:t>
            </a:r>
            <a:r>
              <a:rPr lang="en-GB" err="1"/>
              <a:t>ispum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 </a:t>
            </a:r>
            <a:r>
              <a:rPr lang="en-GB" err="1"/>
              <a:t>consectetur</a:t>
            </a:r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85EF51-2E44-3B49-99C2-79FD245CE0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0343" y="2248692"/>
            <a:ext cx="7974057" cy="323058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Presentation title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62D12-62C6-B34D-BB51-1A63ACD6F3D9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560343" y="4569368"/>
            <a:ext cx="2687954" cy="187922"/>
          </a:xfrm>
        </p:spPr>
        <p:txBody>
          <a:bodyPr/>
          <a:lstStyle/>
          <a:p>
            <a:fld id="{F5E8AD73-F7E8-CF4A-8555-B6CA25430F3F}" type="datetimeFigureOut">
              <a:rPr lang="en-US" smtClean="0"/>
              <a:pPr/>
              <a:t>5/19/2025</a:t>
            </a:fld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E887030A-39E7-CB44-8EC9-6576EA072E0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0343" y="2656013"/>
            <a:ext cx="7974056" cy="187922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ts val="1500"/>
              </a:lnSpc>
              <a:spcBef>
                <a:spcPts val="0"/>
              </a:spcBef>
              <a:buNone/>
              <a:defRPr sz="1400" b="0" kern="0" spc="40" baseline="0">
                <a:solidFill>
                  <a:schemeClr val="bg2"/>
                </a:solidFill>
                <a:latin typeface="+mn-lt"/>
              </a:defRPr>
            </a:lvl1pPr>
            <a:lvl2pPr marL="390998" indent="0">
              <a:lnSpc>
                <a:spcPts val="1400"/>
              </a:lnSpc>
              <a:spcBef>
                <a:spcPts val="0"/>
              </a:spcBef>
              <a:buNone/>
              <a:defRPr sz="1000" b="0">
                <a:solidFill>
                  <a:schemeClr val="bg2"/>
                </a:solidFill>
                <a:latin typeface="+mn-lt"/>
              </a:defRPr>
            </a:lvl2pPr>
            <a:lvl3pPr marL="781995" indent="0">
              <a:lnSpc>
                <a:spcPts val="1400"/>
              </a:lnSpc>
              <a:spcBef>
                <a:spcPts val="0"/>
              </a:spcBef>
              <a:buNone/>
              <a:defRPr sz="1000" b="0">
                <a:solidFill>
                  <a:schemeClr val="bg2"/>
                </a:solidFill>
                <a:latin typeface="+mn-lt"/>
              </a:defRPr>
            </a:lvl3pPr>
            <a:lvl4pPr marL="1172992" indent="0">
              <a:lnSpc>
                <a:spcPts val="1400"/>
              </a:lnSpc>
              <a:spcBef>
                <a:spcPts val="0"/>
              </a:spcBef>
              <a:buNone/>
              <a:defRPr sz="1000" b="0">
                <a:solidFill>
                  <a:schemeClr val="bg2"/>
                </a:solidFill>
                <a:latin typeface="+mn-lt"/>
              </a:defRPr>
            </a:lvl4pPr>
            <a:lvl5pPr marL="1563989" indent="0">
              <a:lnSpc>
                <a:spcPts val="1400"/>
              </a:lnSpc>
              <a:spcBef>
                <a:spcPts val="0"/>
              </a:spcBef>
              <a:buNone/>
              <a:defRPr sz="1000" b="0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GB"/>
              <a:t>LOREM ISPUM DOLOR SIT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070FE-96FC-864C-8EFB-C1E17B14F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9CAE5FC-86E1-1448-8EC3-A22E1B31C8C0}" type="slidenum">
              <a:rPr lang="it-IT" smtClean="0"/>
              <a:pPr/>
              <a:t>‹Nº›</a:t>
            </a:fld>
            <a:endParaRPr lang="it-IT"/>
          </a:p>
        </p:txBody>
      </p:sp>
      <p:sp>
        <p:nvSpPr>
          <p:cNvPr id="13" name="Segnaposto testo 4">
            <a:extLst>
              <a:ext uri="{FF2B5EF4-FFF2-40B4-BE49-F238E27FC236}">
                <a16:creationId xmlns:a16="http://schemas.microsoft.com/office/drawing/2014/main" id="{47B316B5-43F8-E543-BD70-DCA368A9E52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65402" y="2199473"/>
            <a:ext cx="6644081" cy="2391182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500" b="0" i="0" kern="1200" cap="all" spc="86" baseline="0">
                <a:solidFill>
                  <a:schemeClr val="accent2"/>
                </a:solidFill>
                <a:latin typeface="+mn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1881" b="1" i="0">
                <a:solidFill>
                  <a:schemeClr val="bg2"/>
                </a:solidFill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1881" b="1" i="0">
                <a:solidFill>
                  <a:schemeClr val="bg2"/>
                </a:solidFill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1881" b="1" i="0">
                <a:solidFill>
                  <a:schemeClr val="bg2"/>
                </a:solidFill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1881" b="1" i="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noProof="0"/>
              <a:t>Lorem ipsum</a:t>
            </a:r>
          </a:p>
          <a:p>
            <a:pPr lvl="0"/>
            <a:r>
              <a:rPr lang="en-GB" noProof="0" err="1"/>
              <a:t>Dolor</a:t>
            </a:r>
            <a:r>
              <a:rPr lang="en-GB" noProof="0"/>
              <a:t> sit </a:t>
            </a:r>
            <a:r>
              <a:rPr lang="en-GB" noProof="0" err="1"/>
              <a:t>amet</a:t>
            </a:r>
            <a:endParaRPr lang="en-GB" noProof="0"/>
          </a:p>
          <a:p>
            <a:pPr lvl="0"/>
            <a:r>
              <a:rPr lang="en-GB" noProof="0" err="1"/>
              <a:t>Consectetuer</a:t>
            </a:r>
            <a:endParaRPr lang="en-GB" noProof="0"/>
          </a:p>
          <a:p>
            <a:pPr lvl="0"/>
            <a:r>
              <a:rPr lang="en-GB" noProof="0" err="1"/>
              <a:t>Adipiscing</a:t>
            </a:r>
            <a:r>
              <a:rPr lang="en-GB" noProof="0"/>
              <a:t> </a:t>
            </a:r>
            <a:r>
              <a:rPr lang="en-GB" noProof="0" err="1"/>
              <a:t>elit</a:t>
            </a:r>
            <a:endParaRPr lang="en-GB" noProof="0"/>
          </a:p>
        </p:txBody>
      </p:sp>
      <p:sp>
        <p:nvSpPr>
          <p:cNvPr id="14" name="Segnaposto testo 4">
            <a:extLst>
              <a:ext uri="{FF2B5EF4-FFF2-40B4-BE49-F238E27FC236}">
                <a16:creationId xmlns:a16="http://schemas.microsoft.com/office/drawing/2014/main" id="{17020B84-4BAC-8745-AA75-190D9EFEF59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840" y="2199473"/>
            <a:ext cx="369116" cy="2391182"/>
          </a:xfrm>
          <a:prstGeom prst="rect">
            <a:avLst/>
          </a:prstGeom>
        </p:spPr>
        <p:txBody>
          <a:bodyPr vert="horz" lIns="0" tIns="0" rIns="0" bIns="0">
            <a:noAutofit/>
          </a:bodyPr>
          <a:lstStyle>
            <a:lvl1pPr marL="0" indent="0" algn="l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1500" b="0" i="0" kern="1200" cap="none" spc="86" baseline="0">
                <a:solidFill>
                  <a:schemeClr val="accent1"/>
                </a:solidFill>
                <a:latin typeface="+mn-lt"/>
              </a:defRPr>
            </a:lvl1pPr>
            <a:lvl2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1881" b="1" i="0">
                <a:solidFill>
                  <a:schemeClr val="bg2"/>
                </a:solidFill>
              </a:defRPr>
            </a:lvl2pPr>
            <a:lvl3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1881" b="1" i="0">
                <a:solidFill>
                  <a:schemeClr val="bg2"/>
                </a:solidFill>
              </a:defRPr>
            </a:lvl3pPr>
            <a:lvl4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1881" b="1" i="0">
                <a:solidFill>
                  <a:schemeClr val="bg2"/>
                </a:solidFill>
              </a:defRPr>
            </a:lvl4pPr>
            <a:lvl5pPr marL="0" indent="0" algn="r">
              <a:lnSpc>
                <a:spcPct val="100000"/>
              </a:lnSpc>
              <a:spcBef>
                <a:spcPts val="0"/>
              </a:spcBef>
              <a:buFontTx/>
              <a:buNone/>
              <a:defRPr sz="1881" b="1" i="0">
                <a:solidFill>
                  <a:schemeClr val="bg2"/>
                </a:solidFill>
              </a:defRPr>
            </a:lvl5pPr>
          </a:lstStyle>
          <a:p>
            <a:pPr lvl="0"/>
            <a:r>
              <a:rPr lang="en-GB" noProof="0"/>
              <a:t>01.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D46F653-613F-1D17-3EFE-3D16573CF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61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070FE-96FC-864C-8EFB-C1E17B14F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9CAE5FC-86E1-1448-8EC3-A22E1B31C8C0}" type="slidenum">
              <a:rPr lang="it-IT" smtClean="0"/>
              <a:pPr/>
              <a:t>‹Nº›</a:t>
            </a:fld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488CF2-E389-8A4C-9F32-EBF4EC5DF9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841" y="1409221"/>
            <a:ext cx="4773336" cy="176298"/>
          </a:xfrm>
        </p:spPr>
        <p:txBody>
          <a:bodyPr>
            <a:noAutofit/>
          </a:bodyPr>
          <a:lstStyle>
            <a:lvl1pPr>
              <a:lnSpc>
                <a:spcPts val="1500"/>
              </a:lnSpc>
              <a:defRPr sz="1400" b="1" kern="0" spc="20" baseline="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it-IT" noProof="0" err="1"/>
              <a:t>Lorem</a:t>
            </a:r>
            <a:r>
              <a:rPr lang="it-IT" noProof="0"/>
              <a:t> </a:t>
            </a:r>
            <a:r>
              <a:rPr lang="it-IT" noProof="0" err="1"/>
              <a:t>ipsum</a:t>
            </a:r>
            <a:r>
              <a:rPr lang="it-IT" noProof="0"/>
              <a:t> </a:t>
            </a:r>
            <a:r>
              <a:rPr lang="it-IT" noProof="0" err="1"/>
              <a:t>dolor</a:t>
            </a:r>
            <a:r>
              <a:rPr lang="it-IT" noProof="0"/>
              <a:t> </a:t>
            </a:r>
            <a:r>
              <a:rPr lang="it-IT" noProof="0" err="1"/>
              <a:t>sit</a:t>
            </a:r>
            <a:r>
              <a:rPr lang="it-IT" noProof="0"/>
              <a:t> </a:t>
            </a:r>
            <a:r>
              <a:rPr lang="it-IT" noProof="0" err="1"/>
              <a:t>amet</a:t>
            </a:r>
            <a:r>
              <a:rPr lang="it-IT" noProof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172D10-B5EB-E942-846E-11D7C755D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EC26C9-3F09-D34E-94B0-FF161A79BA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78840" y="2265597"/>
            <a:ext cx="4546833" cy="103966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8C1162D-35FB-BE46-A7B0-05857DC13D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40" y="1673693"/>
            <a:ext cx="4773336" cy="448721"/>
          </a:xfrm>
        </p:spPr>
        <p:txBody>
          <a:bodyPr>
            <a:noAutofit/>
          </a:bodyPr>
          <a:lstStyle>
            <a:lvl1pPr>
              <a:lnSpc>
                <a:spcPts val="1400"/>
              </a:lnSpc>
              <a:defRPr sz="1200" b="0" kern="0" spc="20" baseline="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it-IT" noProof="0" err="1"/>
              <a:t>Lorem</a:t>
            </a:r>
            <a:r>
              <a:rPr lang="it-IT" noProof="0"/>
              <a:t> </a:t>
            </a:r>
            <a:r>
              <a:rPr lang="it-IT" noProof="0" err="1"/>
              <a:t>ipsum</a:t>
            </a:r>
            <a:r>
              <a:rPr lang="it-IT" noProof="0"/>
              <a:t> </a:t>
            </a:r>
            <a:r>
              <a:rPr lang="it-IT" noProof="0" err="1"/>
              <a:t>dolor</a:t>
            </a:r>
            <a:r>
              <a:rPr lang="it-IT" noProof="0"/>
              <a:t> </a:t>
            </a:r>
            <a:r>
              <a:rPr lang="it-IT" noProof="0" err="1"/>
              <a:t>sit</a:t>
            </a:r>
            <a:r>
              <a:rPr lang="it-IT" noProof="0"/>
              <a:t> </a:t>
            </a:r>
            <a:r>
              <a:rPr lang="it-IT" noProof="0" err="1"/>
              <a:t>amet</a:t>
            </a:r>
            <a:r>
              <a:rPr lang="it-IT" noProof="0"/>
              <a:t>.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D10ECE5-9F3E-7C4E-9012-95918EA1F8D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8840" y="3414889"/>
            <a:ext cx="4546833" cy="1039665"/>
          </a:xfrm>
        </p:spPr>
        <p:txBody>
          <a:bodyPr/>
          <a:lstStyle>
            <a:lvl1pPr marL="171450" indent="-171450"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1pPr>
            <a:lvl2pPr marL="562447" indent="-171450"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953445" indent="-171450"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3pPr>
            <a:lvl4pPr marL="1344442" indent="-171450"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4pPr>
            <a:lvl5pPr marL="1735440" indent="-171450"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74D6CA-803E-1D4F-A762-02CC5FF73C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19288" y="2984"/>
            <a:ext cx="3724712" cy="5140516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sz="800" i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/>
              <a:t>click one of the icons to insert an element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060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070FE-96FC-864C-8EFB-C1E17B14F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9CAE5FC-86E1-1448-8EC3-A22E1B31C8C0}" type="slidenum">
              <a:rPr lang="it-IT" smtClean="0"/>
              <a:pPr/>
              <a:t>‹Nº›</a:t>
            </a:fld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488CF2-E389-8A4C-9F32-EBF4EC5DF9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773470" y="1409221"/>
            <a:ext cx="3724645" cy="176298"/>
          </a:xfrm>
        </p:spPr>
        <p:txBody>
          <a:bodyPr>
            <a:noAutofit/>
          </a:bodyPr>
          <a:lstStyle>
            <a:lvl1pPr>
              <a:lnSpc>
                <a:spcPts val="1500"/>
              </a:lnSpc>
              <a:defRPr sz="1400" b="1" kern="0" spc="20" baseline="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it-IT" noProof="0" err="1"/>
              <a:t>Lorem</a:t>
            </a:r>
            <a:r>
              <a:rPr lang="it-IT" noProof="0"/>
              <a:t> </a:t>
            </a:r>
            <a:r>
              <a:rPr lang="it-IT" noProof="0" err="1"/>
              <a:t>ipsum</a:t>
            </a:r>
            <a:r>
              <a:rPr lang="it-IT" noProof="0"/>
              <a:t> </a:t>
            </a:r>
            <a:r>
              <a:rPr lang="it-IT" noProof="0" err="1"/>
              <a:t>dolor</a:t>
            </a:r>
            <a:r>
              <a:rPr lang="it-IT" noProof="0"/>
              <a:t> </a:t>
            </a:r>
            <a:r>
              <a:rPr lang="it-IT" noProof="0" err="1"/>
              <a:t>sit</a:t>
            </a:r>
            <a:r>
              <a:rPr lang="it-IT" noProof="0"/>
              <a:t> </a:t>
            </a:r>
            <a:r>
              <a:rPr lang="it-IT" noProof="0" err="1"/>
              <a:t>amet</a:t>
            </a:r>
            <a:r>
              <a:rPr lang="it-IT" noProof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172D10-B5EB-E942-846E-11D7C755D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8840" y="522000"/>
            <a:ext cx="7919274" cy="58325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8C1162D-35FB-BE46-A7B0-05857DC13D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773469" y="1673693"/>
            <a:ext cx="3724645" cy="822764"/>
          </a:xfrm>
        </p:spPr>
        <p:txBody>
          <a:bodyPr>
            <a:noAutofit/>
          </a:bodyPr>
          <a:lstStyle>
            <a:lvl1pPr>
              <a:lnSpc>
                <a:spcPts val="1400"/>
              </a:lnSpc>
              <a:defRPr sz="1200" b="0" kern="0" spc="20" baseline="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it-IT" noProof="0" err="1"/>
              <a:t>Lorem</a:t>
            </a:r>
            <a:r>
              <a:rPr lang="it-IT" noProof="0"/>
              <a:t> </a:t>
            </a:r>
            <a:r>
              <a:rPr lang="it-IT" noProof="0" err="1"/>
              <a:t>ipsum</a:t>
            </a:r>
            <a:r>
              <a:rPr lang="it-IT" noProof="0"/>
              <a:t> </a:t>
            </a:r>
            <a:r>
              <a:rPr lang="it-IT" noProof="0" err="1"/>
              <a:t>dolor</a:t>
            </a:r>
            <a:r>
              <a:rPr lang="it-IT" noProof="0"/>
              <a:t> </a:t>
            </a:r>
            <a:r>
              <a:rPr lang="it-IT" noProof="0" err="1"/>
              <a:t>sit</a:t>
            </a:r>
            <a:r>
              <a:rPr lang="it-IT" noProof="0"/>
              <a:t> </a:t>
            </a:r>
            <a:r>
              <a:rPr lang="it-IT" noProof="0" err="1"/>
              <a:t>amet</a:t>
            </a:r>
            <a:r>
              <a:rPr lang="it-IT" noProof="0"/>
              <a:t>.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8D10ECE5-9F3E-7C4E-9012-95918EA1F8D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773470" y="2571751"/>
            <a:ext cx="3724644" cy="1882804"/>
          </a:xfrm>
        </p:spPr>
        <p:txBody>
          <a:bodyPr/>
          <a:lstStyle>
            <a:lvl1pPr marL="171450" indent="-171450"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1pPr>
            <a:lvl2pPr marL="562447" indent="-171450"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2pPr>
            <a:lvl3pPr marL="953445" indent="-171450"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3pPr>
            <a:lvl4pPr marL="1344442" indent="-171450"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4pPr>
            <a:lvl5pPr marL="1735440" indent="-171450">
              <a:buClr>
                <a:schemeClr val="accent2"/>
              </a:buClr>
              <a:buSzPct val="120000"/>
              <a:buFont typeface="Arial" panose="020B0604020202020204" pitchFamily="34" charset="0"/>
              <a:buChar char="•"/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74D6CA-803E-1D4F-A762-02CC5FF73C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8840" y="1299029"/>
            <a:ext cx="1946646" cy="3155525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sz="800" i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/>
              <a:t>click one of the icons to insert an element</a:t>
            </a:r>
            <a:endParaRPr lang="en-US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0DA397BD-B1CD-4030-E9B6-DBBC2B2FA5E6}"/>
              </a:ext>
            </a:extLst>
          </p:cNvPr>
          <p:cNvSpPr>
            <a:spLocks noGrp="1"/>
          </p:cNvSpPr>
          <p:nvPr>
            <p:ph idx="18" hasCustomPrompt="1"/>
          </p:nvPr>
        </p:nvSpPr>
        <p:spPr>
          <a:xfrm>
            <a:off x="2544594" y="1299029"/>
            <a:ext cx="1946646" cy="3155525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sz="800" i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/>
              <a:t>click one of the icons to insert an element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914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and Text Special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070FE-96FC-864C-8EFB-C1E17B14F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9CAE5FC-86E1-1448-8EC3-A22E1B31C8C0}" type="slidenum">
              <a:rPr lang="it-IT" smtClean="0"/>
              <a:pPr/>
              <a:t>‹Nº›</a:t>
            </a:fld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488CF2-E389-8A4C-9F32-EBF4EC5DF9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12214" y="1409221"/>
            <a:ext cx="3515912" cy="176298"/>
          </a:xfrm>
        </p:spPr>
        <p:txBody>
          <a:bodyPr>
            <a:noAutofit/>
          </a:bodyPr>
          <a:lstStyle>
            <a:lvl1pPr>
              <a:lnSpc>
                <a:spcPts val="1500"/>
              </a:lnSpc>
              <a:defRPr sz="1400" b="1" kern="0" spc="20" baseline="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it-IT" noProof="0" err="1"/>
              <a:t>Lorem</a:t>
            </a:r>
            <a:r>
              <a:rPr lang="it-IT" noProof="0"/>
              <a:t> </a:t>
            </a:r>
            <a:r>
              <a:rPr lang="it-IT" noProof="0" err="1"/>
              <a:t>ipsum</a:t>
            </a:r>
            <a:r>
              <a:rPr lang="it-IT" noProof="0"/>
              <a:t> </a:t>
            </a:r>
            <a:r>
              <a:rPr lang="it-IT" noProof="0" err="1"/>
              <a:t>dolor</a:t>
            </a:r>
            <a:r>
              <a:rPr lang="it-IT" noProof="0"/>
              <a:t> </a:t>
            </a:r>
            <a:r>
              <a:rPr lang="it-IT" noProof="0" err="1"/>
              <a:t>sit</a:t>
            </a:r>
            <a:r>
              <a:rPr lang="it-IT" noProof="0"/>
              <a:t> </a:t>
            </a:r>
            <a:r>
              <a:rPr lang="it-IT" noProof="0" err="1"/>
              <a:t>amet</a:t>
            </a:r>
            <a:r>
              <a:rPr lang="it-IT" noProof="0"/>
              <a:t>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172D10-B5EB-E942-846E-11D7C755D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8839" y="522000"/>
            <a:ext cx="7449285" cy="58325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3F74D6CA-803E-1D4F-A762-02CC5FF73C4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8839" y="1299029"/>
            <a:ext cx="3724643" cy="1596571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sz="800" i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/>
              <a:t>click one of the icons to insert an element</a:t>
            </a:r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D81D3F-B8FC-5DA5-EF02-B6AE745B81A5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4303482" y="2895600"/>
            <a:ext cx="3724643" cy="1596571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vert="horz" lIns="0" tIns="0" rIns="0" bIns="0" rtlCol="0">
            <a:normAutofit/>
          </a:bodyPr>
          <a:lstStyle>
            <a:lvl1pPr>
              <a:defRPr sz="800" i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/>
              <a:t>click one of the icons to insert an element</a:t>
            </a:r>
            <a:endParaRPr lang="en-US"/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7CEFC3EB-2DDF-E0AD-B557-E9F8C09F8CD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512213" y="1681000"/>
            <a:ext cx="3515912" cy="1020822"/>
          </a:xfrm>
        </p:spPr>
        <p:txBody>
          <a:bodyPr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Clr>
                <a:schemeClr val="accent2"/>
              </a:buClr>
              <a:buSzPct val="130000"/>
              <a:buFontTx/>
              <a:buNone/>
              <a:defRPr sz="1000" baseline="0">
                <a:solidFill>
                  <a:schemeClr val="accent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71FED65D-5255-E5C5-3F43-7383527D823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78840" y="3068941"/>
            <a:ext cx="3515912" cy="176298"/>
          </a:xfrm>
        </p:spPr>
        <p:txBody>
          <a:bodyPr>
            <a:noAutofit/>
          </a:bodyPr>
          <a:lstStyle>
            <a:lvl1pPr algn="r">
              <a:lnSpc>
                <a:spcPts val="1500"/>
              </a:lnSpc>
              <a:defRPr sz="1400" b="1" kern="0" spc="20" baseline="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it-IT" noProof="0" err="1"/>
              <a:t>Lorem</a:t>
            </a:r>
            <a:r>
              <a:rPr lang="it-IT" noProof="0"/>
              <a:t> </a:t>
            </a:r>
            <a:r>
              <a:rPr lang="it-IT" noProof="0" err="1"/>
              <a:t>ipsum</a:t>
            </a:r>
            <a:r>
              <a:rPr lang="it-IT" noProof="0"/>
              <a:t> </a:t>
            </a:r>
            <a:r>
              <a:rPr lang="it-IT" noProof="0" err="1"/>
              <a:t>dolor</a:t>
            </a:r>
            <a:r>
              <a:rPr lang="it-IT" noProof="0"/>
              <a:t> </a:t>
            </a:r>
            <a:r>
              <a:rPr lang="it-IT" noProof="0" err="1"/>
              <a:t>sit</a:t>
            </a:r>
            <a:r>
              <a:rPr lang="it-IT" noProof="0"/>
              <a:t> </a:t>
            </a:r>
            <a:r>
              <a:rPr lang="it-IT" noProof="0" err="1"/>
              <a:t>amet</a:t>
            </a:r>
            <a:r>
              <a:rPr lang="it-IT" noProof="0"/>
              <a:t>.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8DC7EF0C-B682-821D-4C1E-A19A9B63A9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8839" y="3340720"/>
            <a:ext cx="3515912" cy="1020822"/>
          </a:xfrm>
        </p:spPr>
        <p:txBody>
          <a:bodyPr>
            <a:noAutofit/>
          </a:bodyPr>
          <a:lstStyle>
            <a:lvl1pPr marL="0" indent="0" algn="r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Clr>
                <a:schemeClr val="accent2"/>
              </a:buClr>
              <a:buSzPct val="130000"/>
              <a:buFontTx/>
              <a:buNone/>
              <a:defRPr sz="1000" baseline="0">
                <a:solidFill>
                  <a:schemeClr val="accent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1305359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070FE-96FC-864C-8EFB-C1E17B14F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9CAE5FC-86E1-1448-8EC3-A22E1B31C8C0}" type="slidenum">
              <a:rPr lang="it-IT" smtClean="0"/>
              <a:pPr/>
              <a:t>‹Nº›</a:t>
            </a:fld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488CF2-E389-8A4C-9F32-EBF4EC5DF9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841" y="1409220"/>
            <a:ext cx="2994869" cy="432821"/>
          </a:xfrm>
        </p:spPr>
        <p:txBody>
          <a:bodyPr>
            <a:noAutofit/>
          </a:bodyPr>
          <a:lstStyle>
            <a:lvl1pPr>
              <a:lnSpc>
                <a:spcPts val="1500"/>
              </a:lnSpc>
              <a:defRPr sz="1400" b="1" kern="0" spc="20" baseline="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it-IT" noProof="0" err="1"/>
              <a:t>Lorem</a:t>
            </a:r>
            <a:r>
              <a:rPr lang="it-IT" noProof="0"/>
              <a:t> </a:t>
            </a:r>
            <a:r>
              <a:rPr lang="it-IT" noProof="0" err="1"/>
              <a:t>ipsum</a:t>
            </a:r>
            <a:r>
              <a:rPr lang="it-IT" noProof="0"/>
              <a:t> </a:t>
            </a:r>
            <a:r>
              <a:rPr lang="it-IT" noProof="0" err="1"/>
              <a:t>dolor</a:t>
            </a:r>
            <a:r>
              <a:rPr lang="it-IT" noProof="0"/>
              <a:t> </a:t>
            </a:r>
            <a:r>
              <a:rPr lang="it-IT" noProof="0" err="1"/>
              <a:t>sit</a:t>
            </a:r>
            <a:r>
              <a:rPr lang="it-IT" noProof="0"/>
              <a:t> </a:t>
            </a:r>
            <a:r>
              <a:rPr lang="it-IT" noProof="0" err="1"/>
              <a:t>amet</a:t>
            </a:r>
            <a:endParaRPr lang="it-IT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172D10-B5EB-E942-846E-11D7C755D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8839" y="522000"/>
            <a:ext cx="8271545" cy="58325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0EC26C9-3F09-D34E-94B0-FF161A79BA0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91823" y="1409220"/>
            <a:ext cx="5058562" cy="3181435"/>
          </a:xfr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8C1162D-35FB-BE46-A7B0-05857DC13D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40" y="1867209"/>
            <a:ext cx="2994869" cy="1974949"/>
          </a:xfrm>
        </p:spPr>
        <p:txBody>
          <a:bodyPr>
            <a:noAutofit/>
          </a:bodyPr>
          <a:lstStyle>
            <a:lvl1pPr>
              <a:lnSpc>
                <a:spcPts val="1400"/>
              </a:lnSpc>
              <a:defRPr sz="1200" b="0" kern="0" spc="20" baseline="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it-IT" noProof="0" err="1"/>
              <a:t>Lorem</a:t>
            </a:r>
            <a:r>
              <a:rPr lang="it-IT" noProof="0"/>
              <a:t> </a:t>
            </a:r>
            <a:r>
              <a:rPr lang="it-IT" noProof="0" err="1"/>
              <a:t>ipsum</a:t>
            </a:r>
            <a:r>
              <a:rPr lang="it-IT" noProof="0"/>
              <a:t> </a:t>
            </a:r>
            <a:r>
              <a:rPr lang="it-IT" noProof="0" err="1"/>
              <a:t>dolor</a:t>
            </a:r>
            <a:r>
              <a:rPr lang="it-IT" noProof="0"/>
              <a:t> </a:t>
            </a:r>
            <a:r>
              <a:rPr lang="it-IT" noProof="0" err="1"/>
              <a:t>sit</a:t>
            </a:r>
            <a:r>
              <a:rPr lang="it-IT" noProof="0"/>
              <a:t> </a:t>
            </a:r>
            <a:r>
              <a:rPr lang="it-IT" noProof="0" err="1"/>
              <a:t>amet</a:t>
            </a:r>
            <a:r>
              <a:rPr lang="it-IT" noProof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50947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One Column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070FE-96FC-864C-8EFB-C1E17B14F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9CAE5FC-86E1-1448-8EC3-A22E1B31C8C0}" type="slidenum">
              <a:rPr lang="it-IT" smtClean="0"/>
              <a:pPr/>
              <a:t>‹Nº›</a:t>
            </a:fld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488CF2-E389-8A4C-9F32-EBF4EC5DF9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841" y="1409220"/>
            <a:ext cx="2994869" cy="432821"/>
          </a:xfrm>
        </p:spPr>
        <p:txBody>
          <a:bodyPr>
            <a:noAutofit/>
          </a:bodyPr>
          <a:lstStyle>
            <a:lvl1pPr>
              <a:lnSpc>
                <a:spcPts val="1500"/>
              </a:lnSpc>
              <a:defRPr sz="1400" b="1" kern="0" spc="20" baseline="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it-IT" noProof="0" err="1"/>
              <a:t>Lorem</a:t>
            </a:r>
            <a:r>
              <a:rPr lang="it-IT" noProof="0"/>
              <a:t> </a:t>
            </a:r>
            <a:r>
              <a:rPr lang="it-IT" noProof="0" err="1"/>
              <a:t>ipsum</a:t>
            </a:r>
            <a:r>
              <a:rPr lang="it-IT" noProof="0"/>
              <a:t> </a:t>
            </a:r>
            <a:r>
              <a:rPr lang="it-IT" noProof="0" err="1"/>
              <a:t>dolor</a:t>
            </a:r>
            <a:r>
              <a:rPr lang="it-IT" noProof="0"/>
              <a:t> </a:t>
            </a:r>
            <a:r>
              <a:rPr lang="it-IT" noProof="0" err="1"/>
              <a:t>sit</a:t>
            </a:r>
            <a:r>
              <a:rPr lang="it-IT" noProof="0"/>
              <a:t> </a:t>
            </a:r>
            <a:r>
              <a:rPr lang="it-IT" noProof="0" err="1"/>
              <a:t>amet</a:t>
            </a:r>
            <a:endParaRPr lang="it-IT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172D10-B5EB-E942-846E-11D7C755D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8839" y="522000"/>
            <a:ext cx="7675927" cy="49275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8C1162D-35FB-BE46-A7B0-05857DC13D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40" y="1867209"/>
            <a:ext cx="2994869" cy="1974949"/>
          </a:xfrm>
        </p:spPr>
        <p:txBody>
          <a:bodyPr>
            <a:noAutofit/>
          </a:bodyPr>
          <a:lstStyle>
            <a:lvl1pPr>
              <a:lnSpc>
                <a:spcPts val="1400"/>
              </a:lnSpc>
              <a:defRPr sz="1200" b="0" kern="0" spc="20" baseline="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it-IT" noProof="0" err="1"/>
              <a:t>Lorem</a:t>
            </a:r>
            <a:r>
              <a:rPr lang="it-IT" noProof="0"/>
              <a:t> </a:t>
            </a:r>
            <a:r>
              <a:rPr lang="it-IT" noProof="0" err="1"/>
              <a:t>ipsum</a:t>
            </a:r>
            <a:r>
              <a:rPr lang="it-IT" noProof="0"/>
              <a:t> </a:t>
            </a:r>
            <a:r>
              <a:rPr lang="it-IT" noProof="0" err="1"/>
              <a:t>dolor</a:t>
            </a:r>
            <a:r>
              <a:rPr lang="it-IT" noProof="0"/>
              <a:t> </a:t>
            </a:r>
            <a:r>
              <a:rPr lang="it-IT" noProof="0" err="1"/>
              <a:t>sit</a:t>
            </a:r>
            <a:r>
              <a:rPr lang="it-IT" noProof="0"/>
              <a:t> </a:t>
            </a:r>
            <a:r>
              <a:rPr lang="it-IT" noProof="0" err="1"/>
              <a:t>amet</a:t>
            </a:r>
            <a:r>
              <a:rPr lang="it-IT" noProof="0"/>
              <a:t>.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5DDBC7D-A6F6-A045-A6B2-0E18A111F2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328720" y="1077401"/>
            <a:ext cx="1896743" cy="1872487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sz="800" i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/>
              <a:t>click one of the icons to insert an element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481A6432-3990-644C-8FFE-3268125B4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12862" y="3012538"/>
            <a:ext cx="1594323" cy="1374904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Clr>
                <a:schemeClr val="accent2"/>
              </a:buClr>
              <a:buSzPct val="130000"/>
              <a:buFontTx/>
              <a:buNone/>
              <a:defRPr sz="1000" baseline="0">
                <a:solidFill>
                  <a:schemeClr val="accent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FD6A78D7-E4C9-7D4A-85AB-919AEA3981AC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6358024" y="1077401"/>
            <a:ext cx="1896743" cy="1872487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sz="800" i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/>
              <a:t>click one of the icons to insert an element</a:t>
            </a:r>
            <a:endParaRPr lang="en-US"/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443360F8-C1BD-5949-90A6-727770BFED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517831" y="3012538"/>
            <a:ext cx="1594323" cy="1374904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Clr>
                <a:schemeClr val="accent2"/>
              </a:buClr>
              <a:buSzPct val="130000"/>
              <a:buFontTx/>
              <a:buNone/>
              <a:defRPr sz="1000" baseline="0">
                <a:solidFill>
                  <a:schemeClr val="accent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3970601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One Column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070FE-96FC-864C-8EFB-C1E17B14F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9CAE5FC-86E1-1448-8EC3-A22E1B31C8C0}" type="slidenum">
              <a:rPr lang="it-IT" smtClean="0"/>
              <a:pPr/>
              <a:t>‹Nº›</a:t>
            </a:fld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8488CF2-E389-8A4C-9F32-EBF4EC5DF94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78841" y="1409220"/>
            <a:ext cx="1649587" cy="432821"/>
          </a:xfrm>
        </p:spPr>
        <p:txBody>
          <a:bodyPr>
            <a:noAutofit/>
          </a:bodyPr>
          <a:lstStyle>
            <a:lvl1pPr>
              <a:lnSpc>
                <a:spcPts val="1500"/>
              </a:lnSpc>
              <a:defRPr sz="1400" b="1" kern="0" spc="20" baseline="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it-IT" noProof="0" err="1"/>
              <a:t>Lorem</a:t>
            </a:r>
            <a:r>
              <a:rPr lang="it-IT" noProof="0"/>
              <a:t> </a:t>
            </a:r>
            <a:r>
              <a:rPr lang="it-IT" noProof="0" err="1"/>
              <a:t>ipsum</a:t>
            </a:r>
            <a:r>
              <a:rPr lang="it-IT" noProof="0"/>
              <a:t> </a:t>
            </a:r>
            <a:r>
              <a:rPr lang="it-IT" noProof="0" err="1"/>
              <a:t>dolor</a:t>
            </a:r>
            <a:r>
              <a:rPr lang="it-IT" noProof="0"/>
              <a:t> </a:t>
            </a:r>
            <a:r>
              <a:rPr lang="it-IT" noProof="0" err="1"/>
              <a:t>sit</a:t>
            </a:r>
            <a:r>
              <a:rPr lang="it-IT" noProof="0"/>
              <a:t> </a:t>
            </a:r>
            <a:r>
              <a:rPr lang="it-IT" noProof="0" err="1"/>
              <a:t>amet</a:t>
            </a:r>
            <a:endParaRPr lang="it-IT" noProof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172D10-B5EB-E942-846E-11D7C755D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8839" y="522000"/>
            <a:ext cx="7986321" cy="45547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98C1162D-35FB-BE46-A7B0-05857DC13D7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78840" y="1867209"/>
            <a:ext cx="1649587" cy="1974949"/>
          </a:xfrm>
        </p:spPr>
        <p:txBody>
          <a:bodyPr>
            <a:noAutofit/>
          </a:bodyPr>
          <a:lstStyle>
            <a:lvl1pPr>
              <a:lnSpc>
                <a:spcPts val="1400"/>
              </a:lnSpc>
              <a:defRPr sz="1200" b="0" kern="0" spc="20" baseline="0"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2"/>
                </a:solidFill>
              </a:defRPr>
            </a:lvl2pPr>
            <a:lvl3pPr>
              <a:defRPr>
                <a:solidFill>
                  <a:schemeClr val="accent2"/>
                </a:solidFill>
              </a:defRPr>
            </a:lvl3pPr>
            <a:lvl4pPr>
              <a:defRPr>
                <a:solidFill>
                  <a:schemeClr val="accent2"/>
                </a:solidFill>
              </a:defRPr>
            </a:lvl4pPr>
            <a:lvl5pPr>
              <a:defRPr>
                <a:solidFill>
                  <a:schemeClr val="accent2"/>
                </a:solidFill>
              </a:defRPr>
            </a:lvl5pPr>
          </a:lstStyle>
          <a:p>
            <a:pPr lvl="0"/>
            <a:r>
              <a:rPr lang="it-IT" noProof="0" err="1"/>
              <a:t>Lorem</a:t>
            </a:r>
            <a:r>
              <a:rPr lang="it-IT" noProof="0"/>
              <a:t> </a:t>
            </a:r>
            <a:r>
              <a:rPr lang="it-IT" noProof="0" err="1"/>
              <a:t>ipsum</a:t>
            </a:r>
            <a:r>
              <a:rPr lang="it-IT" noProof="0"/>
              <a:t> </a:t>
            </a:r>
            <a:r>
              <a:rPr lang="it-IT" noProof="0" err="1"/>
              <a:t>dolor</a:t>
            </a:r>
            <a:r>
              <a:rPr lang="it-IT" noProof="0"/>
              <a:t> </a:t>
            </a:r>
            <a:r>
              <a:rPr lang="it-IT" noProof="0" err="1"/>
              <a:t>sit</a:t>
            </a:r>
            <a:r>
              <a:rPr lang="it-IT" noProof="0"/>
              <a:t> </a:t>
            </a:r>
            <a:r>
              <a:rPr lang="it-IT" noProof="0" err="1"/>
              <a:t>amet</a:t>
            </a:r>
            <a:r>
              <a:rPr lang="it-IT" noProof="0"/>
              <a:t>.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5DDBC7D-A6F6-A045-A6B2-0E18A111F2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92588" y="1077400"/>
            <a:ext cx="6072572" cy="2764757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sz="800" i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/>
              <a:t>click one of the icons to insert an element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481A6432-3990-644C-8FFE-3268125B4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2492588" y="3942080"/>
            <a:ext cx="6072572" cy="575734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Clr>
                <a:schemeClr val="accent2"/>
              </a:buClr>
              <a:buSzPct val="130000"/>
              <a:buFontTx/>
              <a:buNone/>
              <a:defRPr sz="1000" baseline="0">
                <a:solidFill>
                  <a:schemeClr val="accent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7772858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One Column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070FE-96FC-864C-8EFB-C1E17B14F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9CAE5FC-86E1-1448-8EC3-A22E1B31C8C0}" type="slidenum">
              <a:rPr lang="it-IT" smtClean="0"/>
              <a:pPr/>
              <a:t>‹Nº›</a:t>
            </a:fld>
            <a:endParaRPr lang="it-IT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172D10-B5EB-E942-846E-11D7C755D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8839" y="522000"/>
            <a:ext cx="7986319" cy="58325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5DDBC7D-A6F6-A045-A6B2-0E18A111F2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8840" y="1375793"/>
            <a:ext cx="7986319" cy="2701257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sz="800" i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/>
              <a:t>click one of the icons to insert an element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481A6432-3990-644C-8FFE-3268125B4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8840" y="4192379"/>
            <a:ext cx="7986319" cy="497067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Clr>
                <a:schemeClr val="accent2"/>
              </a:buClr>
              <a:buSzPct val="130000"/>
              <a:buFontTx/>
              <a:buNone/>
              <a:defRPr sz="1000" baseline="0">
                <a:solidFill>
                  <a:schemeClr val="accent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30386696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One Column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070FE-96FC-864C-8EFB-C1E17B14F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9CAE5FC-86E1-1448-8EC3-A22E1B31C8C0}" type="slidenum">
              <a:rPr lang="it-IT" smtClean="0"/>
              <a:pPr/>
              <a:t>‹Nº›</a:t>
            </a:fld>
            <a:endParaRPr lang="it-IT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172D10-B5EB-E942-846E-11D7C755D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5DDBC7D-A6F6-A045-A6B2-0E18A111F2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72749" y="1409349"/>
            <a:ext cx="4773336" cy="3305263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sz="800" i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/>
              <a:t>click one of the icons to insert an element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481A6432-3990-644C-8FFE-3268125B4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8841" y="1409349"/>
            <a:ext cx="1484852" cy="832627"/>
          </a:xfrm>
        </p:spPr>
        <p:txBody>
          <a:bodyPr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Clr>
                <a:schemeClr val="accent2"/>
              </a:buClr>
              <a:buSzPct val="130000"/>
              <a:buFontTx/>
              <a:buNone/>
              <a:defRPr sz="1000" baseline="0">
                <a:solidFill>
                  <a:schemeClr val="accent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C34354-C0EB-5945-AFD5-A2D58387FB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029975" y="3186427"/>
            <a:ext cx="1484852" cy="832627"/>
          </a:xfrm>
        </p:spPr>
        <p:txBody>
          <a:bodyPr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Clr>
                <a:schemeClr val="accent2"/>
              </a:buClr>
              <a:buSzPct val="130000"/>
              <a:buFontTx/>
              <a:buNone/>
              <a:defRPr sz="1000" baseline="0">
                <a:solidFill>
                  <a:schemeClr val="accent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764B34-0C9E-F142-AE33-2BB0092D96BB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5394121" y="570451"/>
            <a:ext cx="3171038" cy="2533476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sz="800" i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/>
              <a:t>click one of the icons to insert an element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871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One Column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070FE-96FC-864C-8EFB-C1E17B14F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9CAE5FC-86E1-1448-8EC3-A22E1B31C8C0}" type="slidenum">
              <a:rPr lang="it-IT" smtClean="0"/>
              <a:pPr/>
              <a:t>‹Nº›</a:t>
            </a:fld>
            <a:endParaRPr lang="it-IT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172D10-B5EB-E942-846E-11D7C755D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5DDBC7D-A6F6-A045-A6B2-0E18A111F2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72749" y="1409349"/>
            <a:ext cx="3171038" cy="3305263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sz="800" i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/>
              <a:t>click one of the icons to insert an element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481A6432-3990-644C-8FFE-3268125B4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8841" y="1409349"/>
            <a:ext cx="1484852" cy="654343"/>
          </a:xfrm>
        </p:spPr>
        <p:txBody>
          <a:bodyPr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Clr>
                <a:schemeClr val="accent2"/>
              </a:buClr>
              <a:buSzPct val="130000"/>
              <a:buFontTx/>
              <a:buNone/>
              <a:defRPr sz="1000" baseline="0">
                <a:solidFill>
                  <a:schemeClr val="accent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C34354-C0EB-5945-AFD5-A2D58387FB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8841" y="2247182"/>
            <a:ext cx="1484852" cy="832627"/>
          </a:xfrm>
        </p:spPr>
        <p:txBody>
          <a:bodyPr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Clr>
                <a:schemeClr val="accent2"/>
              </a:buClr>
              <a:buSzPct val="130000"/>
              <a:buFontTx/>
              <a:buNone/>
              <a:defRPr sz="1000" baseline="0">
                <a:solidFill>
                  <a:schemeClr val="accent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764B34-0C9E-F142-AE33-2BB0092D96BB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5394121" y="570450"/>
            <a:ext cx="3171038" cy="3305263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sz="800" i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/>
              <a:t>click one of the icons to insert an element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4706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One Column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070FE-96FC-864C-8EFB-C1E17B14F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9CAE5FC-86E1-1448-8EC3-A22E1B31C8C0}" type="slidenum">
              <a:rPr lang="it-IT" smtClean="0"/>
              <a:pPr/>
              <a:t>‹Nº›</a:t>
            </a:fld>
            <a:endParaRPr lang="it-IT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172D10-B5EB-E942-846E-11D7C755D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8840" y="522000"/>
            <a:ext cx="8011486" cy="58325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5DDBC7D-A6F6-A045-A6B2-0E18A111F2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72749" y="1409350"/>
            <a:ext cx="3171038" cy="1652632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sz="800" i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/>
              <a:t>click one of the icons to insert an element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481A6432-3990-644C-8FFE-3268125B4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8841" y="1409349"/>
            <a:ext cx="1484852" cy="654343"/>
          </a:xfrm>
        </p:spPr>
        <p:txBody>
          <a:bodyPr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Clr>
                <a:schemeClr val="accent2"/>
              </a:buClr>
              <a:buSzPct val="130000"/>
              <a:buFontTx/>
              <a:buNone/>
              <a:defRPr sz="1000" baseline="0">
                <a:solidFill>
                  <a:schemeClr val="accent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C34354-C0EB-5945-AFD5-A2D58387FB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8841" y="2247182"/>
            <a:ext cx="1484852" cy="654343"/>
          </a:xfrm>
        </p:spPr>
        <p:txBody>
          <a:bodyPr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Clr>
                <a:schemeClr val="accent2"/>
              </a:buClr>
              <a:buSzPct val="130000"/>
              <a:buFontTx/>
              <a:buNone/>
              <a:defRPr sz="1000" baseline="0">
                <a:solidFill>
                  <a:schemeClr val="accent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9764B34-0C9E-F142-AE33-2BB0092D96BB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5419288" y="1409349"/>
            <a:ext cx="3171038" cy="1652632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sz="800" i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/>
              <a:t>click one of the icons to insert an element</a:t>
            </a:r>
            <a:endParaRPr lang="en-US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95B7205-A740-D14B-A341-06B8739D3D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78841" y="3061981"/>
            <a:ext cx="1484852" cy="654343"/>
          </a:xfrm>
        </p:spPr>
        <p:txBody>
          <a:bodyPr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Clr>
                <a:schemeClr val="accent2"/>
              </a:buClr>
              <a:buSzPct val="130000"/>
              <a:buFontTx/>
              <a:buNone/>
              <a:defRPr sz="1000" baseline="0">
                <a:solidFill>
                  <a:schemeClr val="accent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E777487-0BC7-A844-8B2D-2966256C690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78841" y="3899814"/>
            <a:ext cx="1484852" cy="654343"/>
          </a:xfrm>
        </p:spPr>
        <p:txBody>
          <a:bodyPr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Clr>
                <a:schemeClr val="accent2"/>
              </a:buClr>
              <a:buSzPct val="130000"/>
              <a:buFontTx/>
              <a:buNone/>
              <a:defRPr sz="1000" baseline="0">
                <a:solidFill>
                  <a:schemeClr val="accent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801917D5-2BCE-BD41-AC80-F6B710579EB5}"/>
              </a:ext>
            </a:extLst>
          </p:cNvPr>
          <p:cNvSpPr>
            <a:spLocks noGrp="1"/>
          </p:cNvSpPr>
          <p:nvPr>
            <p:ph idx="26" hasCustomPrompt="1"/>
          </p:nvPr>
        </p:nvSpPr>
        <p:spPr>
          <a:xfrm>
            <a:off x="2172749" y="3129094"/>
            <a:ext cx="3171038" cy="1652632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sz="800" i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/>
              <a:t>click one of the icons to insert an element</a:t>
            </a:r>
            <a:endParaRPr lang="en-US"/>
          </a:p>
        </p:txBody>
      </p:sp>
      <p:sp>
        <p:nvSpPr>
          <p:cNvPr id="14" name="Text Placeholder 7">
            <a:extLst>
              <a:ext uri="{FF2B5EF4-FFF2-40B4-BE49-F238E27FC236}">
                <a16:creationId xmlns:a16="http://schemas.microsoft.com/office/drawing/2014/main" id="{3DF22F1A-0ED8-4445-818B-E62A1C42E187}"/>
              </a:ext>
            </a:extLst>
          </p:cNvPr>
          <p:cNvSpPr>
            <a:spLocks noGrp="1"/>
          </p:cNvSpPr>
          <p:nvPr>
            <p:ph idx="27" hasCustomPrompt="1"/>
          </p:nvPr>
        </p:nvSpPr>
        <p:spPr>
          <a:xfrm>
            <a:off x="5419288" y="3129093"/>
            <a:ext cx="3171038" cy="1652632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sz="800" i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/>
              <a:t>click one of the icons to insert an element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5571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One Column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5070FE-96FC-864C-8EFB-C1E17B14FDA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9CAE5FC-86E1-1448-8EC3-A22E1B31C8C0}" type="slidenum">
              <a:rPr lang="it-IT" smtClean="0"/>
              <a:pPr/>
              <a:t>‹Nº›</a:t>
            </a:fld>
            <a:endParaRPr lang="it-IT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172D10-B5EB-E942-846E-11D7C755DF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8840" y="522000"/>
            <a:ext cx="8011486" cy="58325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75DDBC7D-A6F6-A045-A6B2-0E18A111F2C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78840" y="1409349"/>
            <a:ext cx="3171038" cy="3133409"/>
          </a:xfrm>
          <a:prstGeom prst="rect">
            <a:avLst/>
          </a:prstGeom>
          <a:solidFill>
            <a:schemeClr val="bg2">
              <a:lumMod val="95000"/>
            </a:schemeClr>
          </a:solidFill>
        </p:spPr>
        <p:txBody>
          <a:bodyPr vert="horz" lIns="0" tIns="0" rIns="0" bIns="0" rtlCol="0">
            <a:noAutofit/>
          </a:bodyPr>
          <a:lstStyle>
            <a:lvl1pPr>
              <a:defRPr sz="800" i="1">
                <a:solidFill>
                  <a:schemeClr val="accent4"/>
                </a:solidFill>
              </a:defRPr>
            </a:lvl1pPr>
          </a:lstStyle>
          <a:p>
            <a:pPr lvl="0"/>
            <a:r>
              <a:rPr lang="en-GB"/>
              <a:t>click one of the icons to insert an element</a:t>
            </a:r>
            <a:endParaRPr lang="en-US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481A6432-3990-644C-8FFE-3268125B455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09346" y="1423651"/>
            <a:ext cx="3769641" cy="715348"/>
          </a:xfrm>
          <a:solidFill>
            <a:schemeClr val="accent4">
              <a:lumMod val="20000"/>
              <a:lumOff val="80000"/>
            </a:schemeClr>
          </a:solidFill>
        </p:spPr>
        <p:txBody>
          <a:bodyPr lIns="72000" tIns="36000" rIns="1080000" bIns="36000" anchor="ctr" anchorCtr="0"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Clr>
                <a:schemeClr val="accent2"/>
              </a:buClr>
              <a:buSzPct val="130000"/>
              <a:buFontTx/>
              <a:buNone/>
              <a:defRPr sz="1000" baseline="0">
                <a:solidFill>
                  <a:schemeClr val="accent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BC34354-C0EB-5945-AFD5-A2D58387FB6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09346" y="2224904"/>
            <a:ext cx="3769641" cy="715348"/>
          </a:xfrm>
          <a:solidFill>
            <a:schemeClr val="accent4">
              <a:lumMod val="20000"/>
              <a:lumOff val="80000"/>
            </a:schemeClr>
          </a:solidFill>
        </p:spPr>
        <p:txBody>
          <a:bodyPr lIns="72000" tIns="36000" rIns="1080000" bIns="36000" anchor="ctr" anchorCtr="0"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Clr>
                <a:schemeClr val="accent2"/>
              </a:buClr>
              <a:buSzPct val="130000"/>
              <a:buFontTx/>
              <a:buNone/>
              <a:defRPr sz="1000" baseline="0">
                <a:solidFill>
                  <a:schemeClr val="accent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95B7205-A740-D14B-A341-06B8739D3D4D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209346" y="3026157"/>
            <a:ext cx="3769641" cy="715348"/>
          </a:xfrm>
          <a:solidFill>
            <a:schemeClr val="accent4">
              <a:lumMod val="20000"/>
              <a:lumOff val="80000"/>
            </a:schemeClr>
          </a:solidFill>
        </p:spPr>
        <p:txBody>
          <a:bodyPr lIns="72000" tIns="36000" rIns="1080000" bIns="36000" anchor="ctr" anchorCtr="0"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Clr>
                <a:schemeClr val="accent2"/>
              </a:buClr>
              <a:buSzPct val="130000"/>
              <a:buFontTx/>
              <a:buNone/>
              <a:defRPr sz="1000" baseline="0">
                <a:solidFill>
                  <a:schemeClr val="accent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E777487-0BC7-A844-8B2D-2966256C6907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09346" y="3827410"/>
            <a:ext cx="3769641" cy="715348"/>
          </a:xfrm>
          <a:solidFill>
            <a:schemeClr val="accent4">
              <a:lumMod val="20000"/>
              <a:lumOff val="80000"/>
            </a:schemeClr>
          </a:solidFill>
        </p:spPr>
        <p:txBody>
          <a:bodyPr lIns="72000" tIns="36000" rIns="1080000" bIns="36000" anchor="ctr" anchorCtr="0">
            <a:noAutofit/>
          </a:bodyPr>
          <a:lstStyle>
            <a:lvl1pPr marL="0" indent="0">
              <a:lnSpc>
                <a:spcPts val="1100"/>
              </a:lnSpc>
              <a:spcBef>
                <a:spcPts val="0"/>
              </a:spcBef>
              <a:spcAft>
                <a:spcPts val="200"/>
              </a:spcAft>
              <a:buClr>
                <a:schemeClr val="accent2"/>
              </a:buClr>
              <a:buSzPct val="130000"/>
              <a:buFontTx/>
              <a:buNone/>
              <a:defRPr sz="1000" baseline="0">
                <a:solidFill>
                  <a:schemeClr val="accent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Lorem ipsum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15E0ED30-9498-49A0-7E1D-3F2280F81DD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030186" y="1423651"/>
            <a:ext cx="780959" cy="704519"/>
          </a:xfrm>
          <a:solidFill>
            <a:schemeClr val="accent1">
              <a:lumMod val="75000"/>
            </a:schemeClr>
          </a:solidFill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0000"/>
              <a:buFontTx/>
              <a:buNone/>
              <a:defRPr sz="2000" b="1" baseline="0">
                <a:solidFill>
                  <a:schemeClr val="bg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45%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7219A8F7-2D9D-6B4B-6AB1-CC71F71E44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030186" y="2224904"/>
            <a:ext cx="780959" cy="704520"/>
          </a:xfrm>
          <a:solidFill>
            <a:schemeClr val="accent1"/>
          </a:solidFill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0000"/>
              <a:buFontTx/>
              <a:buNone/>
              <a:defRPr sz="2000" b="1" baseline="0">
                <a:solidFill>
                  <a:schemeClr val="bg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25%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FDA483DF-69C2-5C03-BA3A-82118CBB198A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030186" y="3026157"/>
            <a:ext cx="780959" cy="715348"/>
          </a:xfrm>
          <a:solidFill>
            <a:schemeClr val="accent1">
              <a:lumMod val="60000"/>
              <a:lumOff val="40000"/>
            </a:schemeClr>
          </a:solidFill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0000"/>
              <a:buFontTx/>
              <a:buNone/>
              <a:defRPr sz="2000" b="1" baseline="0">
                <a:solidFill>
                  <a:schemeClr val="bg2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10%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48CE781A-7EDF-BD23-3EA4-4907981E3D6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030186" y="3827410"/>
            <a:ext cx="780959" cy="715348"/>
          </a:xfrm>
          <a:solidFill>
            <a:schemeClr val="accent1">
              <a:lumMod val="20000"/>
              <a:lumOff val="80000"/>
            </a:schemeClr>
          </a:solidFill>
        </p:spPr>
        <p:txBody>
          <a:bodyPr lIns="36000" tIns="36000" rIns="36000" bIns="36000" anchor="ctr" anchorCtr="0">
            <a:noAutofit/>
          </a:bodyPr>
          <a:lstStyle>
            <a:lvl1pPr marL="0" indent="0" algn="ctr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ct val="130000"/>
              <a:buFontTx/>
              <a:buNone/>
              <a:defRPr sz="2000" b="1" baseline="0">
                <a:solidFill>
                  <a:schemeClr val="accent6"/>
                </a:solidFill>
              </a:defRPr>
            </a:lvl1pPr>
            <a:lvl2pPr>
              <a:lnSpc>
                <a:spcPts val="900"/>
              </a:lnSpc>
              <a:spcBef>
                <a:spcPts val="0"/>
              </a:spcBef>
              <a:defRPr sz="700"/>
            </a:lvl2pPr>
            <a:lvl3pPr>
              <a:lnSpc>
                <a:spcPts val="900"/>
              </a:lnSpc>
              <a:spcBef>
                <a:spcPts val="0"/>
              </a:spcBef>
              <a:defRPr sz="700"/>
            </a:lvl3pPr>
            <a:lvl4pPr>
              <a:lnSpc>
                <a:spcPts val="900"/>
              </a:lnSpc>
              <a:spcBef>
                <a:spcPts val="0"/>
              </a:spcBef>
              <a:defRPr sz="700"/>
            </a:lvl4pPr>
            <a:lvl5pPr>
              <a:lnSpc>
                <a:spcPts val="900"/>
              </a:lnSpc>
              <a:spcBef>
                <a:spcPts val="0"/>
              </a:spcBef>
              <a:defRPr sz="700"/>
            </a:lvl5pPr>
          </a:lstStyle>
          <a:p>
            <a:pPr lvl="0"/>
            <a:r>
              <a:rPr lang="en-GB"/>
              <a:t>10%</a:t>
            </a:r>
          </a:p>
        </p:txBody>
      </p:sp>
    </p:spTree>
    <p:extLst>
      <p:ext uri="{BB962C8B-B14F-4D97-AF65-F5344CB8AC3E}">
        <p14:creationId xmlns:p14="http://schemas.microsoft.com/office/powerpoint/2010/main" val="888969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tags" Target="../tags/tag2.xml"/><Relationship Id="rId7" Type="http://schemas.openxmlformats.org/officeDocument/2006/relationships/image" Target="../media/image3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3.xml"/><Relationship Id="rId7" Type="http://schemas.openxmlformats.org/officeDocument/2006/relationships/image" Target="../media/image6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.emf"/><Relationship Id="rId4" Type="http://schemas.openxmlformats.org/officeDocument/2006/relationships/oleObject" Target="../embeddings/oleObject2.bin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tags" Target="../tags/tag4.xml"/><Relationship Id="rId18" Type="http://schemas.openxmlformats.org/officeDocument/2006/relationships/image" Target="../media/image7.png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12" Type="http://schemas.openxmlformats.org/officeDocument/2006/relationships/theme" Target="../theme/theme3.xml"/><Relationship Id="rId17" Type="http://schemas.openxmlformats.org/officeDocument/2006/relationships/image" Target="../media/image6.png"/><Relationship Id="rId2" Type="http://schemas.openxmlformats.org/officeDocument/2006/relationships/slideLayout" Target="../slideLayouts/slideLayout4.xml"/><Relationship Id="rId16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5" Type="http://schemas.openxmlformats.org/officeDocument/2006/relationships/slideLayout" Target="../slideLayouts/slideLayout7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12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oleObject" Target="../embeddings/oleObject3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>
            <a:extLst>
              <a:ext uri="{FF2B5EF4-FFF2-40B4-BE49-F238E27FC236}">
                <a16:creationId xmlns:a16="http://schemas.microsoft.com/office/drawing/2014/main" id="{E11BBEFD-67A4-847D-D3FD-6ACC7DD0702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374297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395" imgH="394" progId="TCLayout.ActiveDocument.1">
                  <p:embed/>
                </p:oleObj>
              </mc:Choice>
              <mc:Fallback>
                <p:oleObj name="Diapositiva de think-cell" r:id="rId4" imgW="395" imgH="394" progId="TCLayout.ActiveDocument.1">
                  <p:embed/>
                  <p:pic>
                    <p:nvPicPr>
                      <p:cNvPr id="4" name="Objeto 3" hidden="1">
                        <a:extLst>
                          <a:ext uri="{FF2B5EF4-FFF2-40B4-BE49-F238E27FC236}">
                            <a16:creationId xmlns:a16="http://schemas.microsoft.com/office/drawing/2014/main" id="{E11BBEFD-67A4-847D-D3FD-6ACC7DD0702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8" descr="Shape&#10;&#10;Description automatically generated">
            <a:extLst>
              <a:ext uri="{FF2B5EF4-FFF2-40B4-BE49-F238E27FC236}">
                <a16:creationId xmlns:a16="http://schemas.microsoft.com/office/drawing/2014/main" id="{C4841187-E1AF-5343-9FD4-CC267EC2A8B8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560343" y="2248692"/>
            <a:ext cx="5129995" cy="323058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/>
          <a:p>
            <a:r>
              <a:rPr lang="en-GB"/>
              <a:t>Presentation title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8B8A12-F6D6-7D45-9E9E-F680CEB3F3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60343" y="4601793"/>
            <a:ext cx="2687954" cy="187922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F5E8AD73-F7E8-CF4A-8555-B6CA25430F3F}" type="datetimeFigureOut">
              <a:rPr lang="en-US" smtClean="0"/>
              <a:pPr/>
              <a:t>5/19/2025</a:t>
            </a:fld>
            <a:endParaRPr lang="en-US"/>
          </a:p>
        </p:txBody>
      </p:sp>
      <p:pic>
        <p:nvPicPr>
          <p:cNvPr id="6" name="Picture 5" descr="Logo&#10;&#10;Description automatically generated with low confidence">
            <a:extLst>
              <a:ext uri="{FF2B5EF4-FFF2-40B4-BE49-F238E27FC236}">
                <a16:creationId xmlns:a16="http://schemas.microsoft.com/office/drawing/2014/main" id="{80944110-F9E1-094E-8BEA-4DB9494A8A6D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76325" y="4313210"/>
            <a:ext cx="707028" cy="577165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4FE9AED1-58FD-414D-8805-301BFC9677F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9328" t="27321"/>
          <a:stretch/>
        </p:blipFill>
        <p:spPr>
          <a:xfrm>
            <a:off x="7880382" y="4313210"/>
            <a:ext cx="1263617" cy="7751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/>
  <p:txStyles>
    <p:titleStyle>
      <a:lvl1pPr algn="l" defTabSz="390997" rtl="0" eaLnBrk="1" latinLnBrk="0" hangingPunct="1">
        <a:lnSpc>
          <a:spcPts val="3000"/>
        </a:lnSpc>
        <a:spcBef>
          <a:spcPct val="0"/>
        </a:spcBef>
        <a:buNone/>
        <a:defRPr sz="2800" b="1" i="0" kern="0" cap="all" spc="40" baseline="0">
          <a:solidFill>
            <a:schemeClr val="bg2"/>
          </a:solidFill>
          <a:latin typeface="+mj-lt"/>
          <a:ea typeface="+mj-ea"/>
          <a:cs typeface="IvyMode SemiBold" panose="020B0404020101010102" pitchFamily="34" charset="0"/>
        </a:defRPr>
      </a:lvl1pPr>
    </p:titleStyle>
    <p:bodyStyle>
      <a:lvl1pPr marL="293248" indent="-293248" algn="l" defTabSz="390997" rtl="0" eaLnBrk="1" latinLnBrk="0" hangingPunct="1">
        <a:spcBef>
          <a:spcPct val="20000"/>
        </a:spcBef>
        <a:buFont typeface="Arial"/>
        <a:buChar char="•"/>
        <a:defRPr sz="2737" kern="1200">
          <a:solidFill>
            <a:schemeClr val="tx1"/>
          </a:solidFill>
          <a:latin typeface="+mn-lt"/>
          <a:ea typeface="+mn-ea"/>
          <a:cs typeface="+mn-cs"/>
        </a:defRPr>
      </a:lvl1pPr>
      <a:lvl2pPr marL="635371" indent="-244373" algn="l" defTabSz="390997" rtl="0" eaLnBrk="1" latinLnBrk="0" hangingPunct="1">
        <a:spcBef>
          <a:spcPct val="20000"/>
        </a:spcBef>
        <a:buFont typeface="Arial"/>
        <a:buChar char="–"/>
        <a:defRPr sz="2395" kern="1200">
          <a:solidFill>
            <a:schemeClr val="tx1"/>
          </a:solidFill>
          <a:latin typeface="+mn-lt"/>
          <a:ea typeface="+mn-ea"/>
          <a:cs typeface="+mn-cs"/>
        </a:defRPr>
      </a:lvl2pPr>
      <a:lvl3pPr marL="977494" indent="-195499" algn="l" defTabSz="390997" rtl="0" eaLnBrk="1" latinLnBrk="0" hangingPunct="1">
        <a:spcBef>
          <a:spcPct val="20000"/>
        </a:spcBef>
        <a:buFont typeface="Arial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491" indent="-195499" algn="l" defTabSz="390997" rtl="0" eaLnBrk="1" latinLnBrk="0" hangingPunct="1">
        <a:spcBef>
          <a:spcPct val="20000"/>
        </a:spcBef>
        <a:buFont typeface="Arial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488" indent="-195499" algn="l" defTabSz="390997" rtl="0" eaLnBrk="1" latinLnBrk="0" hangingPunct="1">
        <a:spcBef>
          <a:spcPct val="20000"/>
        </a:spcBef>
        <a:buFont typeface="Arial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486" indent="-195499" algn="l" defTabSz="390997" rtl="0" eaLnBrk="1" latinLnBrk="0" hangingPunct="1">
        <a:spcBef>
          <a:spcPct val="20000"/>
        </a:spcBef>
        <a:buFont typeface="Arial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483" indent="-195499" algn="l" defTabSz="390997" rtl="0" eaLnBrk="1" latinLnBrk="0" hangingPunct="1">
        <a:spcBef>
          <a:spcPct val="20000"/>
        </a:spcBef>
        <a:buFont typeface="Arial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481" indent="-195499" algn="l" defTabSz="390997" rtl="0" eaLnBrk="1" latinLnBrk="0" hangingPunct="1">
        <a:spcBef>
          <a:spcPct val="20000"/>
        </a:spcBef>
        <a:buFont typeface="Arial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478" indent="-195499" algn="l" defTabSz="390997" rtl="0" eaLnBrk="1" latinLnBrk="0" hangingPunct="1">
        <a:spcBef>
          <a:spcPct val="20000"/>
        </a:spcBef>
        <a:buFont typeface="Arial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97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95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992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990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987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985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982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980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0861E03-4378-6989-AA3D-0F1431E57C7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7784192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73" imgH="473" progId="TCLayout.ActiveDocument.1">
                  <p:embed/>
                </p:oleObj>
              </mc:Choice>
              <mc:Fallback>
                <p:oleObj name="Diapositiva de think-cell" r:id="rId4" imgW="473" imgH="473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0861E03-4378-6989-AA3D-0F1431E57C7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" name="Picture 3" descr="Shape, rectangle&#10;&#10;Description automatically generated">
            <a:extLst>
              <a:ext uri="{FF2B5EF4-FFF2-40B4-BE49-F238E27FC236}">
                <a16:creationId xmlns:a16="http://schemas.microsoft.com/office/drawing/2014/main" id="{41BC2CCD-ACFC-5F4B-845E-6B554A2DA7A3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" y="0"/>
            <a:ext cx="7130641" cy="1436594"/>
          </a:xfrm>
          <a:prstGeom prst="rect">
            <a:avLst/>
          </a:prstGeom>
        </p:spPr>
      </p:pic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578840" y="522000"/>
            <a:ext cx="4773336" cy="61703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20AA8-1E03-0144-A325-F7E99DE24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00771" y="89898"/>
            <a:ext cx="378069" cy="15338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 baseline="0">
                <a:solidFill>
                  <a:schemeClr val="bg2"/>
                </a:solidFill>
                <a:latin typeface="+mn-lt"/>
              </a:defRPr>
            </a:lvl1pPr>
          </a:lstStyle>
          <a:p>
            <a:fld id="{29CAE5FC-86E1-1448-8EC3-A22E1B31C8C0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BC265E-D546-8846-A983-9A041AD6C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57013" y="2255902"/>
            <a:ext cx="4295164" cy="9906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9" name="Picture 8" descr="A picture containing logo&#10;&#10;Description automatically generated">
            <a:extLst>
              <a:ext uri="{FF2B5EF4-FFF2-40B4-BE49-F238E27FC236}">
                <a16:creationId xmlns:a16="http://schemas.microsoft.com/office/drawing/2014/main" id="{0D92D0AF-D4D3-4EE8-63F5-67F689BFE6F8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9400" y="4610100"/>
            <a:ext cx="1244600" cy="533400"/>
          </a:xfrm>
          <a:prstGeom prst="rect">
            <a:avLst/>
          </a:prstGeom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2841F65C-A484-4CB6-8B4A-E8065CF21EB8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5083" y="4589957"/>
            <a:ext cx="1297756" cy="55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596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</p:sldLayoutIdLst>
  <p:hf hdr="0"/>
  <p:txStyles>
    <p:titleStyle>
      <a:lvl1pPr algn="l" defTabSz="390997" rtl="0" eaLnBrk="1" latinLnBrk="0" hangingPunct="1">
        <a:lnSpc>
          <a:spcPts val="2000"/>
        </a:lnSpc>
        <a:spcBef>
          <a:spcPct val="0"/>
        </a:spcBef>
        <a:buNone/>
        <a:defRPr sz="2000" b="1" i="0" kern="1200" cap="all" spc="50" baseline="0">
          <a:solidFill>
            <a:schemeClr val="bg2"/>
          </a:solidFill>
          <a:latin typeface="+mj-lt"/>
          <a:ea typeface="+mj-ea"/>
          <a:cs typeface="IvyMode SemiBold" panose="020B0404020101010102" pitchFamily="34" charset="0"/>
        </a:defRPr>
      </a:lvl1pPr>
    </p:titleStyle>
    <p:bodyStyle>
      <a:lvl1pPr marL="0" indent="0" algn="l" defTabSz="390997" rtl="0" eaLnBrk="1" latinLnBrk="0" hangingPunct="1">
        <a:lnSpc>
          <a:spcPts val="1100"/>
        </a:lnSpc>
        <a:spcBef>
          <a:spcPts val="0"/>
        </a:spcBef>
        <a:spcAft>
          <a:spcPts val="500"/>
        </a:spcAft>
        <a:buFont typeface="Arial"/>
        <a:buNone/>
        <a:defRPr sz="1000" b="0" i="0" kern="1200" baseline="0">
          <a:solidFill>
            <a:schemeClr val="accent2"/>
          </a:solidFill>
          <a:latin typeface="+mn-lt"/>
          <a:ea typeface="+mn-ea"/>
          <a:cs typeface="+mn-cs"/>
        </a:defRPr>
      </a:lvl1pPr>
      <a:lvl2pPr marL="390997" indent="0" algn="l" defTabSz="390997" rtl="0" eaLnBrk="1" latinLnBrk="0" hangingPunct="1">
        <a:lnSpc>
          <a:spcPts val="1100"/>
        </a:lnSpc>
        <a:spcBef>
          <a:spcPts val="0"/>
        </a:spcBef>
        <a:spcAft>
          <a:spcPts val="500"/>
        </a:spcAft>
        <a:buFont typeface="Arial"/>
        <a:buNone/>
        <a:defRPr sz="1000" b="0" i="0" kern="1200" baseline="0">
          <a:solidFill>
            <a:schemeClr val="accent2"/>
          </a:solidFill>
          <a:latin typeface="+mn-lt"/>
          <a:ea typeface="+mn-ea"/>
          <a:cs typeface="+mn-cs"/>
        </a:defRPr>
      </a:lvl2pPr>
      <a:lvl3pPr marL="781995" indent="0" algn="l" defTabSz="390997" rtl="0" eaLnBrk="1" latinLnBrk="0" hangingPunct="1">
        <a:lnSpc>
          <a:spcPts val="1100"/>
        </a:lnSpc>
        <a:spcBef>
          <a:spcPts val="0"/>
        </a:spcBef>
        <a:spcAft>
          <a:spcPts val="500"/>
        </a:spcAft>
        <a:buFont typeface="Arial"/>
        <a:buNone/>
        <a:defRPr sz="1000" b="0" i="0" kern="1200" baseline="0">
          <a:solidFill>
            <a:schemeClr val="accent2"/>
          </a:solidFill>
          <a:latin typeface="+mn-lt"/>
          <a:ea typeface="+mn-ea"/>
          <a:cs typeface="+mn-cs"/>
        </a:defRPr>
      </a:lvl3pPr>
      <a:lvl4pPr marL="1172992" indent="0" algn="l" defTabSz="390997" rtl="0" eaLnBrk="1" latinLnBrk="0" hangingPunct="1">
        <a:lnSpc>
          <a:spcPts val="1100"/>
        </a:lnSpc>
        <a:spcBef>
          <a:spcPts val="0"/>
        </a:spcBef>
        <a:spcAft>
          <a:spcPts val="500"/>
        </a:spcAft>
        <a:buFont typeface="Arial"/>
        <a:buNone/>
        <a:defRPr sz="1000" b="0" i="0" kern="1200" baseline="0">
          <a:solidFill>
            <a:schemeClr val="accent2"/>
          </a:solidFill>
          <a:latin typeface="+mn-lt"/>
          <a:ea typeface="+mn-ea"/>
          <a:cs typeface="+mn-cs"/>
        </a:defRPr>
      </a:lvl4pPr>
      <a:lvl5pPr marL="1563990" indent="0" algn="l" defTabSz="390997" rtl="0" eaLnBrk="1" latinLnBrk="0" hangingPunct="1">
        <a:lnSpc>
          <a:spcPts val="1100"/>
        </a:lnSpc>
        <a:spcBef>
          <a:spcPts val="0"/>
        </a:spcBef>
        <a:spcAft>
          <a:spcPts val="500"/>
        </a:spcAft>
        <a:buFont typeface="Arial"/>
        <a:buNone/>
        <a:defRPr sz="1000" b="0" i="0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2150486" indent="-195499" algn="l" defTabSz="390997" rtl="0" eaLnBrk="1" latinLnBrk="0" hangingPunct="1">
        <a:spcBef>
          <a:spcPct val="20000"/>
        </a:spcBef>
        <a:buFont typeface="Arial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483" indent="-195499" algn="l" defTabSz="390997" rtl="0" eaLnBrk="1" latinLnBrk="0" hangingPunct="1">
        <a:spcBef>
          <a:spcPct val="20000"/>
        </a:spcBef>
        <a:buFont typeface="Arial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481" indent="-195499" algn="l" defTabSz="390997" rtl="0" eaLnBrk="1" latinLnBrk="0" hangingPunct="1">
        <a:spcBef>
          <a:spcPct val="20000"/>
        </a:spcBef>
        <a:buFont typeface="Arial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478" indent="-195499" algn="l" defTabSz="390997" rtl="0" eaLnBrk="1" latinLnBrk="0" hangingPunct="1">
        <a:spcBef>
          <a:spcPct val="20000"/>
        </a:spcBef>
        <a:buFont typeface="Arial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97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95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992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990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987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985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982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980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161F677-9FEA-9E74-396F-302B654C158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3"/>
            </p:custDataLst>
            <p:extLst>
              <p:ext uri="{D42A27DB-BD31-4B8C-83A1-F6EECF244321}">
                <p14:modId xmlns:p14="http://schemas.microsoft.com/office/powerpoint/2010/main" val="26301627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14" imgW="473" imgH="473" progId="TCLayout.ActiveDocument.1">
                  <p:embed/>
                </p:oleObj>
              </mc:Choice>
              <mc:Fallback>
                <p:oleObj name="Diapositiva de think-cell" r:id="rId14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161F677-9FEA-9E74-396F-302B654C158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2" name="Picture 11" descr="Shape&#10;&#10;Description automatically generated">
            <a:extLst>
              <a:ext uri="{FF2B5EF4-FFF2-40B4-BE49-F238E27FC236}">
                <a16:creationId xmlns:a16="http://schemas.microsoft.com/office/drawing/2014/main" id="{03676D55-C47B-534E-ABA6-BEA7922AA0CB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6777" y="-19738"/>
            <a:ext cx="947956" cy="404802"/>
          </a:xfrm>
          <a:prstGeom prst="rect">
            <a:avLst/>
          </a:prstGeom>
        </p:spPr>
      </p:pic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578840" y="522000"/>
            <a:ext cx="4773336" cy="5832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noProof="0"/>
              <a:t>TITLE GOES HERE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020AA8-1E03-0144-A325-F7E99DE246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00771" y="89898"/>
            <a:ext cx="378069" cy="153384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 baseline="0">
                <a:solidFill>
                  <a:schemeClr val="accent1"/>
                </a:solidFill>
                <a:latin typeface="+mn-lt"/>
              </a:defRPr>
            </a:lvl1pPr>
          </a:lstStyle>
          <a:p>
            <a:fld id="{29CAE5FC-86E1-1448-8EC3-A22E1B31C8C0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2BC265E-D546-8846-A983-9A041AD6CD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8841" y="2255902"/>
            <a:ext cx="4773336" cy="9906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2B67DF81-D1D2-A396-A04D-DB92ACF9010B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899400" y="4610100"/>
            <a:ext cx="1244600" cy="533400"/>
          </a:xfrm>
          <a:prstGeom prst="rect">
            <a:avLst/>
          </a:prstGeom>
        </p:spPr>
      </p:pic>
      <p:pic>
        <p:nvPicPr>
          <p:cNvPr id="11" name="Picture 8">
            <a:extLst>
              <a:ext uri="{FF2B5EF4-FFF2-40B4-BE49-F238E27FC236}">
                <a16:creationId xmlns:a16="http://schemas.microsoft.com/office/drawing/2014/main" id="{4879F00C-8F33-4A85-9463-D336EF25BB6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845083" y="4589957"/>
            <a:ext cx="1297756" cy="552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59094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10" r:id="rId6"/>
    <p:sldLayoutId id="2147483911" r:id="rId7"/>
    <p:sldLayoutId id="2147483912" r:id="rId8"/>
    <p:sldLayoutId id="2147483913" r:id="rId9"/>
    <p:sldLayoutId id="2147483914" r:id="rId10"/>
    <p:sldLayoutId id="2147483915" r:id="rId11"/>
  </p:sldLayoutIdLst>
  <p:hf hdr="0"/>
  <p:txStyles>
    <p:titleStyle>
      <a:lvl1pPr algn="l" defTabSz="390997" rtl="0" eaLnBrk="1" latinLnBrk="0" hangingPunct="1">
        <a:lnSpc>
          <a:spcPts val="2000"/>
        </a:lnSpc>
        <a:spcBef>
          <a:spcPct val="0"/>
        </a:spcBef>
        <a:buNone/>
        <a:defRPr sz="2000" b="1" i="0" kern="1200" cap="all" spc="50" baseline="0">
          <a:solidFill>
            <a:schemeClr val="accent1"/>
          </a:solidFill>
          <a:latin typeface="+mj-lt"/>
          <a:ea typeface="+mj-ea"/>
          <a:cs typeface="IvyMode SemiBold" panose="020B0404020101010102" pitchFamily="34" charset="0"/>
        </a:defRPr>
      </a:lvl1pPr>
    </p:titleStyle>
    <p:bodyStyle>
      <a:lvl1pPr marL="0" indent="0" algn="l" defTabSz="390997" rtl="0" eaLnBrk="1" latinLnBrk="0" hangingPunct="1">
        <a:lnSpc>
          <a:spcPts val="1100"/>
        </a:lnSpc>
        <a:spcBef>
          <a:spcPts val="0"/>
        </a:spcBef>
        <a:spcAft>
          <a:spcPts val="500"/>
        </a:spcAft>
        <a:buFont typeface="Arial"/>
        <a:buNone/>
        <a:defRPr sz="1000" b="0" i="0" kern="1200" baseline="0">
          <a:solidFill>
            <a:schemeClr val="accent4"/>
          </a:solidFill>
          <a:latin typeface="+mn-lt"/>
          <a:ea typeface="+mn-ea"/>
          <a:cs typeface="+mn-cs"/>
        </a:defRPr>
      </a:lvl1pPr>
      <a:lvl2pPr marL="390997" indent="0" algn="l" defTabSz="390997" rtl="0" eaLnBrk="1" latinLnBrk="0" hangingPunct="1">
        <a:lnSpc>
          <a:spcPts val="1100"/>
        </a:lnSpc>
        <a:spcBef>
          <a:spcPts val="0"/>
        </a:spcBef>
        <a:spcAft>
          <a:spcPts val="500"/>
        </a:spcAft>
        <a:buFont typeface="Arial"/>
        <a:buNone/>
        <a:defRPr sz="1000" b="0" i="0" kern="1200" baseline="0">
          <a:solidFill>
            <a:schemeClr val="accent4"/>
          </a:solidFill>
          <a:latin typeface="+mn-lt"/>
          <a:ea typeface="+mn-ea"/>
          <a:cs typeface="+mn-cs"/>
        </a:defRPr>
      </a:lvl2pPr>
      <a:lvl3pPr marL="781995" indent="0" algn="l" defTabSz="390997" rtl="0" eaLnBrk="1" latinLnBrk="0" hangingPunct="1">
        <a:lnSpc>
          <a:spcPts val="1100"/>
        </a:lnSpc>
        <a:spcBef>
          <a:spcPts val="0"/>
        </a:spcBef>
        <a:spcAft>
          <a:spcPts val="500"/>
        </a:spcAft>
        <a:buFont typeface="Arial"/>
        <a:buNone/>
        <a:defRPr sz="1000" b="0" i="0" kern="1200" baseline="0">
          <a:solidFill>
            <a:schemeClr val="accent4"/>
          </a:solidFill>
          <a:latin typeface="+mn-lt"/>
          <a:ea typeface="+mn-ea"/>
          <a:cs typeface="+mn-cs"/>
        </a:defRPr>
      </a:lvl3pPr>
      <a:lvl4pPr marL="1172992" indent="0" algn="l" defTabSz="390997" rtl="0" eaLnBrk="1" latinLnBrk="0" hangingPunct="1">
        <a:lnSpc>
          <a:spcPts val="1100"/>
        </a:lnSpc>
        <a:spcBef>
          <a:spcPts val="0"/>
        </a:spcBef>
        <a:spcAft>
          <a:spcPts val="500"/>
        </a:spcAft>
        <a:buFont typeface="Arial"/>
        <a:buNone/>
        <a:defRPr sz="1000" b="0" i="0" kern="1200" baseline="0">
          <a:solidFill>
            <a:schemeClr val="accent4"/>
          </a:solidFill>
          <a:latin typeface="+mn-lt"/>
          <a:ea typeface="+mn-ea"/>
          <a:cs typeface="+mn-cs"/>
        </a:defRPr>
      </a:lvl4pPr>
      <a:lvl5pPr marL="1563990" indent="0" algn="l" defTabSz="390997" rtl="0" eaLnBrk="1" latinLnBrk="0" hangingPunct="1">
        <a:lnSpc>
          <a:spcPts val="1100"/>
        </a:lnSpc>
        <a:spcBef>
          <a:spcPts val="0"/>
        </a:spcBef>
        <a:spcAft>
          <a:spcPts val="500"/>
        </a:spcAft>
        <a:buFont typeface="Arial"/>
        <a:buNone/>
        <a:defRPr sz="1000" b="0" i="0" kern="1200" baseline="0">
          <a:solidFill>
            <a:schemeClr val="accent4"/>
          </a:solidFill>
          <a:latin typeface="+mn-lt"/>
          <a:ea typeface="+mn-ea"/>
          <a:cs typeface="+mn-cs"/>
        </a:defRPr>
      </a:lvl5pPr>
      <a:lvl6pPr marL="2150486" indent="-195499" algn="l" defTabSz="390997" rtl="0" eaLnBrk="1" latinLnBrk="0" hangingPunct="1">
        <a:spcBef>
          <a:spcPct val="20000"/>
        </a:spcBef>
        <a:buFont typeface="Arial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483" indent="-195499" algn="l" defTabSz="390997" rtl="0" eaLnBrk="1" latinLnBrk="0" hangingPunct="1">
        <a:spcBef>
          <a:spcPct val="20000"/>
        </a:spcBef>
        <a:buFont typeface="Arial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481" indent="-195499" algn="l" defTabSz="390997" rtl="0" eaLnBrk="1" latinLnBrk="0" hangingPunct="1">
        <a:spcBef>
          <a:spcPct val="20000"/>
        </a:spcBef>
        <a:buFont typeface="Arial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478" indent="-195499" algn="l" defTabSz="390997" rtl="0" eaLnBrk="1" latinLnBrk="0" hangingPunct="1">
        <a:spcBef>
          <a:spcPct val="20000"/>
        </a:spcBef>
        <a:buFont typeface="Arial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97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95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992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990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987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985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982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980" algn="l" defTabSz="390997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4.bin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1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slide" Target="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slide" Target="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jpeg"/><Relationship Id="rId5" Type="http://schemas.openxmlformats.org/officeDocument/2006/relationships/image" Target="../media/image21.png"/><Relationship Id="rId4" Type="http://schemas.openxmlformats.org/officeDocument/2006/relationships/image" Target="../media/image20.png"/><Relationship Id="rId9" Type="http://schemas.openxmlformats.org/officeDocument/2006/relationships/image" Target="../media/image25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" Target="slide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6C7B5382-D31D-F0E4-2160-9288B0A98B0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37898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iapositiva de think-cell" r:id="rId4" imgW="473" imgH="473" progId="TCLayout.ActiveDocument.1">
                  <p:embed/>
                </p:oleObj>
              </mc:Choice>
              <mc:Fallback>
                <p:oleObj name="Diapositiva de think-cell" r:id="rId4" imgW="473" imgH="473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C7B5382-D31D-F0E4-2160-9288B0A98B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7DED33-5889-994C-995F-5F0FFC74BA93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686722" y="4331475"/>
            <a:ext cx="5831030" cy="257157"/>
          </a:xfrm>
        </p:spPr>
        <p:txBody>
          <a:bodyPr/>
          <a:lstStyle/>
          <a:p>
            <a:r>
              <a:rPr lang="es-CL" sz="1200" noProof="0"/>
              <a:t>GERENCIA TECNOLOGÍA – SUBGERENCIA DE PROYECTOS Y PROCESOS</a:t>
            </a:r>
            <a:endParaRPr lang="es-CL" noProof="0"/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A78DA49A-5B41-8371-ECE0-7483C509FA59}"/>
              </a:ext>
            </a:extLst>
          </p:cNvPr>
          <p:cNvSpPr txBox="1">
            <a:spLocks/>
          </p:cNvSpPr>
          <p:nvPr/>
        </p:nvSpPr>
        <p:spPr>
          <a:xfrm>
            <a:off x="686722" y="1844124"/>
            <a:ext cx="7635027" cy="650984"/>
          </a:xfrm>
          <a:prstGeom prst="rect">
            <a:avLst/>
          </a:prstGeom>
        </p:spPr>
        <p:txBody>
          <a:bodyPr vert="horz" wrap="none" lIns="0" tIns="0" rIns="0" bIns="0" rtlCol="0" anchor="t" anchorCtr="0">
            <a:noAutofit/>
          </a:bodyPr>
          <a:lstStyle>
            <a:lvl1pPr algn="l" defTabSz="390997" rtl="0" eaLnBrk="1" latinLnBrk="0" hangingPunct="1">
              <a:lnSpc>
                <a:spcPts val="3000"/>
              </a:lnSpc>
              <a:spcBef>
                <a:spcPct val="0"/>
              </a:spcBef>
              <a:buNone/>
              <a:defRPr sz="2800" b="1" i="0" kern="0" cap="all" spc="40" baseline="0">
                <a:solidFill>
                  <a:schemeClr val="bg2"/>
                </a:solidFill>
                <a:latin typeface="+mj-lt"/>
                <a:ea typeface="+mj-ea"/>
                <a:cs typeface="IvyMode SemiBold" panose="020B0404020101010102" pitchFamily="34" charset="0"/>
              </a:defRPr>
            </a:lvl1pPr>
          </a:lstStyle>
          <a:p>
            <a:r>
              <a:rPr lang="es-MX" sz="1800" dirty="0"/>
              <a:t>Proyecto de Tesis</a:t>
            </a:r>
          </a:p>
          <a:p>
            <a:r>
              <a:rPr lang="es-MX" sz="1800" dirty="0"/>
              <a:t>Desarrollo de un sistema para el seguimiento del </a:t>
            </a:r>
          </a:p>
          <a:p>
            <a:r>
              <a:rPr lang="es-MX" sz="1800" dirty="0"/>
              <a:t>desempeño de procesos de la Gerencia de TI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81566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E7239D0-5516-C242-8FEB-2B73C1E2B9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39" y="498089"/>
            <a:ext cx="4944731" cy="639336"/>
          </a:xfrm>
        </p:spPr>
        <p:txBody>
          <a:bodyPr/>
          <a:lstStyle/>
          <a:p>
            <a:r>
              <a:rPr lang="es-CL" noProof="0"/>
              <a:t>INDICE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C113C4C-AFAB-E941-964E-EA3086670F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3181" y="1712734"/>
            <a:ext cx="369116" cy="2087362"/>
          </a:xfrm>
        </p:spPr>
        <p:txBody>
          <a:bodyPr/>
          <a:lstStyle/>
          <a:p>
            <a:r>
              <a:rPr lang="es-CL" noProof="0" dirty="0"/>
              <a:t>01.</a:t>
            </a:r>
          </a:p>
          <a:p>
            <a:r>
              <a:rPr lang="es-CL" noProof="0" dirty="0"/>
              <a:t>02.</a:t>
            </a:r>
          </a:p>
          <a:p>
            <a:r>
              <a:rPr lang="es-CL" dirty="0"/>
              <a:t>03.</a:t>
            </a:r>
          </a:p>
          <a:p>
            <a:r>
              <a:rPr lang="es-CL" noProof="0" dirty="0"/>
              <a:t>04.</a:t>
            </a:r>
          </a:p>
          <a:p>
            <a:r>
              <a:rPr lang="es-CL" dirty="0"/>
              <a:t>05.</a:t>
            </a:r>
          </a:p>
          <a:p>
            <a:r>
              <a:rPr lang="es-CL" noProof="0" dirty="0"/>
              <a:t>06.</a:t>
            </a:r>
          </a:p>
          <a:p>
            <a:r>
              <a:rPr lang="es-CL" noProof="0" dirty="0"/>
              <a:t>07.</a:t>
            </a:r>
          </a:p>
          <a:p>
            <a:endParaRPr lang="es-CL" noProof="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8B67D8AF-5784-B881-47D1-E132EADB1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3700" y="1858104"/>
            <a:ext cx="2066019" cy="208736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AE793C-294B-B947-B5C4-7F58612414B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971482" y="1712734"/>
            <a:ext cx="6644081" cy="2854128"/>
          </a:xfrm>
        </p:spPr>
        <p:txBody>
          <a:bodyPr/>
          <a:lstStyle/>
          <a:p>
            <a:r>
              <a:rPr lang="es-CL" dirty="0"/>
              <a:t>Problemática y Oportunidad</a:t>
            </a:r>
            <a:endParaRPr lang="es-CL" noProof="0" dirty="0"/>
          </a:p>
          <a:p>
            <a:r>
              <a:rPr lang="es-CL" dirty="0"/>
              <a:t>Objetivos de la iniciativa</a:t>
            </a:r>
          </a:p>
          <a:p>
            <a:r>
              <a:rPr lang="es-MX" noProof="0" dirty="0"/>
              <a:t>Resumen de la Iniciativa del Proyecto</a:t>
            </a:r>
          </a:p>
          <a:p>
            <a:r>
              <a:rPr lang="es-MX" dirty="0"/>
              <a:t>Modelo de alto nivel</a:t>
            </a:r>
          </a:p>
          <a:p>
            <a:r>
              <a:rPr lang="es-MX" noProof="0" dirty="0"/>
              <a:t>Alcances</a:t>
            </a:r>
            <a:r>
              <a:rPr lang="es-MX" dirty="0"/>
              <a:t> y</a:t>
            </a:r>
            <a:r>
              <a:rPr lang="es-MX" noProof="0" dirty="0"/>
              <a:t> limitaciones</a:t>
            </a:r>
          </a:p>
          <a:p>
            <a:r>
              <a:rPr lang="es-CL" noProof="0" dirty="0"/>
              <a:t>Etapas del proyecto</a:t>
            </a:r>
            <a:endParaRPr lang="es-MX" noProof="0" dirty="0"/>
          </a:p>
          <a:p>
            <a:r>
              <a:rPr lang="es-MX" noProof="0" dirty="0"/>
              <a:t>Recursos necesarios</a:t>
            </a:r>
            <a:endParaRPr lang="es-CL" noProof="0" dirty="0"/>
          </a:p>
        </p:txBody>
      </p:sp>
      <p:sp>
        <p:nvSpPr>
          <p:cNvPr id="10" name="CuadroTexto 9">
            <a:hlinkClick r:id="rId3" action="ppaction://hlinksldjump"/>
            <a:extLst>
              <a:ext uri="{FF2B5EF4-FFF2-40B4-BE49-F238E27FC236}">
                <a16:creationId xmlns:a16="http://schemas.microsoft.com/office/drawing/2014/main" id="{A26D1A2C-0B33-73C9-E9A0-B3F8F66A6209}"/>
              </a:ext>
            </a:extLst>
          </p:cNvPr>
          <p:cNvSpPr txBox="1"/>
          <p:nvPr/>
        </p:nvSpPr>
        <p:spPr>
          <a:xfrm>
            <a:off x="7887629" y="4572000"/>
            <a:ext cx="125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L" noProof="0"/>
          </a:p>
        </p:txBody>
      </p:sp>
    </p:spTree>
    <p:extLst>
      <p:ext uri="{BB962C8B-B14F-4D97-AF65-F5344CB8AC3E}">
        <p14:creationId xmlns:p14="http://schemas.microsoft.com/office/powerpoint/2010/main" val="19378249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">
            <a:extLst>
              <a:ext uri="{FF2B5EF4-FFF2-40B4-BE49-F238E27FC236}">
                <a16:creationId xmlns:a16="http://schemas.microsoft.com/office/drawing/2014/main" id="{B14D21C1-833F-538E-3679-64951D3D5CF5}"/>
              </a:ext>
            </a:extLst>
          </p:cNvPr>
          <p:cNvSpPr txBox="1">
            <a:spLocks/>
          </p:cNvSpPr>
          <p:nvPr/>
        </p:nvSpPr>
        <p:spPr>
          <a:xfrm>
            <a:off x="478655" y="422856"/>
            <a:ext cx="7919274" cy="5832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390997" rtl="0" eaLnBrk="1" latinLnBrk="0" hangingPunct="1">
              <a:lnSpc>
                <a:spcPts val="2000"/>
              </a:lnSpc>
              <a:spcBef>
                <a:spcPct val="0"/>
              </a:spcBef>
              <a:buNone/>
              <a:defRPr sz="2000" b="1" i="0" kern="1200" cap="all" spc="50" baseline="0">
                <a:solidFill>
                  <a:schemeClr val="accent1"/>
                </a:solidFill>
                <a:latin typeface="+mj-lt"/>
                <a:ea typeface="+mj-ea"/>
                <a:cs typeface="IvyMode SemiBold" panose="020B0404020101010102" pitchFamily="34" charset="0"/>
              </a:defRPr>
            </a:lvl1pPr>
          </a:lstStyle>
          <a:p>
            <a:r>
              <a:rPr kumimoji="0" lang="en-US" sz="2000" b="1" i="0" u="none" strike="noStrike" kern="1200" cap="all" spc="50" normalizeH="0" baseline="0" noProof="0">
                <a:ln>
                  <a:noFill/>
                </a:ln>
                <a:solidFill>
                  <a:srgbClr val="C21B17"/>
                </a:solidFill>
                <a:effectLst/>
                <a:uLnTx/>
                <a:uFillTx/>
                <a:latin typeface="Arial" panose="020B0604020202020204"/>
                <a:ea typeface="+mj-ea"/>
              </a:rPr>
              <a:t>0</a:t>
            </a:r>
            <a:r>
              <a:rPr lang="en-US">
                <a:solidFill>
                  <a:srgbClr val="C21B17"/>
                </a:solidFill>
                <a:latin typeface="Arial" panose="020B0604020202020204"/>
              </a:rPr>
              <a:t>1</a:t>
            </a:r>
            <a:r>
              <a:rPr kumimoji="0" lang="en-US" sz="2000" b="1" i="0" u="none" strike="noStrike" kern="1200" cap="all" spc="50" normalizeH="0" baseline="0" noProof="0" dirty="0">
                <a:ln>
                  <a:noFill/>
                </a:ln>
                <a:solidFill>
                  <a:srgbClr val="C21B17"/>
                </a:solidFill>
                <a:effectLst/>
                <a:uLnTx/>
                <a:uFillTx/>
                <a:latin typeface="Arial" panose="020B0604020202020204"/>
                <a:ea typeface="+mj-ea"/>
              </a:rPr>
              <a:t>. </a:t>
            </a:r>
            <a:r>
              <a:rPr lang="es-CL" dirty="0"/>
              <a:t>Problemática y Oportunidad</a:t>
            </a:r>
            <a:endParaRPr lang="es-CL" noProof="0" dirty="0"/>
          </a:p>
          <a:p>
            <a:pPr marL="0" marR="0" lvl="0" indent="0" algn="l" defTabSz="390997" rtl="0" eaLnBrk="1" fontAlgn="auto" latinLnBrk="0" hangingPunct="1">
              <a:lnSpc>
                <a:spcPts val="2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50" normalizeH="0" baseline="0" noProof="0" dirty="0">
              <a:ln>
                <a:noFill/>
              </a:ln>
              <a:solidFill>
                <a:srgbClr val="C21B17"/>
              </a:solidFill>
              <a:effectLst/>
              <a:uLnTx/>
              <a:uFillTx/>
              <a:latin typeface="Arial" panose="020B0604020202020204"/>
              <a:ea typeface="+mj-ea"/>
            </a:endParaRP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CF2C2FE3-1B64-D707-C50A-B1E9543A3C42}"/>
              </a:ext>
            </a:extLst>
          </p:cNvPr>
          <p:cNvGrpSpPr/>
          <p:nvPr/>
        </p:nvGrpSpPr>
        <p:grpSpPr>
          <a:xfrm>
            <a:off x="200771" y="902752"/>
            <a:ext cx="8411013" cy="3325620"/>
            <a:chOff x="2032000" y="373239"/>
            <a:chExt cx="8128000" cy="4837256"/>
          </a:xfrm>
          <a:solidFill>
            <a:srgbClr val="982B1A"/>
          </a:solidFill>
        </p:grpSpPr>
        <p:sp>
          <p:nvSpPr>
            <p:cNvPr id="43" name="Forma libre 11">
              <a:extLst>
                <a:ext uri="{FF2B5EF4-FFF2-40B4-BE49-F238E27FC236}">
                  <a16:creationId xmlns:a16="http://schemas.microsoft.com/office/drawing/2014/main" id="{A8E08C8B-9FEB-3ED8-1849-BA9C4622DD4D}"/>
                </a:ext>
              </a:extLst>
            </p:cNvPr>
            <p:cNvSpPr/>
            <p:nvPr/>
          </p:nvSpPr>
          <p:spPr>
            <a:xfrm>
              <a:off x="2032000" y="373239"/>
              <a:ext cx="8128000" cy="1450986"/>
            </a:xfrm>
            <a:custGeom>
              <a:avLst/>
              <a:gdLst>
                <a:gd name="connsiteX0" fmla="*/ 0 w 8128000"/>
                <a:gd name="connsiteY0" fmla="*/ 169333 h 1693333"/>
                <a:gd name="connsiteX1" fmla="*/ 169333 w 8128000"/>
                <a:gd name="connsiteY1" fmla="*/ 0 h 1693333"/>
                <a:gd name="connsiteX2" fmla="*/ 7958667 w 8128000"/>
                <a:gd name="connsiteY2" fmla="*/ 0 h 1693333"/>
                <a:gd name="connsiteX3" fmla="*/ 8128000 w 8128000"/>
                <a:gd name="connsiteY3" fmla="*/ 169333 h 1693333"/>
                <a:gd name="connsiteX4" fmla="*/ 8128000 w 8128000"/>
                <a:gd name="connsiteY4" fmla="*/ 1524000 h 1693333"/>
                <a:gd name="connsiteX5" fmla="*/ 7958667 w 8128000"/>
                <a:gd name="connsiteY5" fmla="*/ 1693333 h 1693333"/>
                <a:gd name="connsiteX6" fmla="*/ 169333 w 8128000"/>
                <a:gd name="connsiteY6" fmla="*/ 1693333 h 1693333"/>
                <a:gd name="connsiteX7" fmla="*/ 0 w 8128000"/>
                <a:gd name="connsiteY7" fmla="*/ 1524000 h 1693333"/>
                <a:gd name="connsiteX8" fmla="*/ 0 w 8128000"/>
                <a:gd name="connsiteY8" fmla="*/ 169333 h 169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28000" h="1693333">
                  <a:moveTo>
                    <a:pt x="0" y="169333"/>
                  </a:moveTo>
                  <a:cubicBezTo>
                    <a:pt x="0" y="75813"/>
                    <a:pt x="75813" y="0"/>
                    <a:pt x="169333" y="0"/>
                  </a:cubicBezTo>
                  <a:lnTo>
                    <a:pt x="7958667" y="0"/>
                  </a:lnTo>
                  <a:cubicBezTo>
                    <a:pt x="8052187" y="0"/>
                    <a:pt x="8128000" y="75813"/>
                    <a:pt x="8128000" y="169333"/>
                  </a:cubicBezTo>
                  <a:lnTo>
                    <a:pt x="8128000" y="1524000"/>
                  </a:lnTo>
                  <a:cubicBezTo>
                    <a:pt x="8128000" y="1617520"/>
                    <a:pt x="8052187" y="1693333"/>
                    <a:pt x="7958667" y="1693333"/>
                  </a:cubicBezTo>
                  <a:lnTo>
                    <a:pt x="169333" y="1693333"/>
                  </a:lnTo>
                  <a:cubicBezTo>
                    <a:pt x="75813" y="1693333"/>
                    <a:pt x="0" y="1617520"/>
                    <a:pt x="0" y="1524000"/>
                  </a:cubicBezTo>
                  <a:lnTo>
                    <a:pt x="0" y="16933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4571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457169" marR="0" lvl="1" indent="0" algn="l" defTabSz="4571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457169" marR="0" lvl="1" indent="0" algn="l" defTabSz="4571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" name="Forma libre 13">
              <a:extLst>
                <a:ext uri="{FF2B5EF4-FFF2-40B4-BE49-F238E27FC236}">
                  <a16:creationId xmlns:a16="http://schemas.microsoft.com/office/drawing/2014/main" id="{4646186E-8DE0-093A-3F43-F6AC4F75459D}"/>
                </a:ext>
              </a:extLst>
            </p:cNvPr>
            <p:cNvSpPr/>
            <p:nvPr/>
          </p:nvSpPr>
          <p:spPr>
            <a:xfrm>
              <a:off x="2352437" y="686783"/>
              <a:ext cx="7652807" cy="4523712"/>
            </a:xfrm>
            <a:custGeom>
              <a:avLst/>
              <a:gdLst>
                <a:gd name="connsiteX0" fmla="*/ 0 w 8128000"/>
                <a:gd name="connsiteY0" fmla="*/ 169333 h 1693333"/>
                <a:gd name="connsiteX1" fmla="*/ 169333 w 8128000"/>
                <a:gd name="connsiteY1" fmla="*/ 0 h 1693333"/>
                <a:gd name="connsiteX2" fmla="*/ 7958667 w 8128000"/>
                <a:gd name="connsiteY2" fmla="*/ 0 h 1693333"/>
                <a:gd name="connsiteX3" fmla="*/ 8128000 w 8128000"/>
                <a:gd name="connsiteY3" fmla="*/ 169333 h 1693333"/>
                <a:gd name="connsiteX4" fmla="*/ 8128000 w 8128000"/>
                <a:gd name="connsiteY4" fmla="*/ 1524000 h 1693333"/>
                <a:gd name="connsiteX5" fmla="*/ 7958667 w 8128000"/>
                <a:gd name="connsiteY5" fmla="*/ 1693333 h 1693333"/>
                <a:gd name="connsiteX6" fmla="*/ 169333 w 8128000"/>
                <a:gd name="connsiteY6" fmla="*/ 1693333 h 1693333"/>
                <a:gd name="connsiteX7" fmla="*/ 0 w 8128000"/>
                <a:gd name="connsiteY7" fmla="*/ 1524000 h 1693333"/>
                <a:gd name="connsiteX8" fmla="*/ 0 w 8128000"/>
                <a:gd name="connsiteY8" fmla="*/ 169333 h 169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28000" h="1693333">
                  <a:moveTo>
                    <a:pt x="0" y="169333"/>
                  </a:moveTo>
                  <a:cubicBezTo>
                    <a:pt x="0" y="75813"/>
                    <a:pt x="75813" y="0"/>
                    <a:pt x="169333" y="0"/>
                  </a:cubicBezTo>
                  <a:lnTo>
                    <a:pt x="7958667" y="0"/>
                  </a:lnTo>
                  <a:cubicBezTo>
                    <a:pt x="8052187" y="0"/>
                    <a:pt x="8128000" y="75813"/>
                    <a:pt x="8128000" y="169333"/>
                  </a:cubicBezTo>
                  <a:lnTo>
                    <a:pt x="8128000" y="1524000"/>
                  </a:lnTo>
                  <a:cubicBezTo>
                    <a:pt x="8128000" y="1617520"/>
                    <a:pt x="8052187" y="1693333"/>
                    <a:pt x="7958667" y="1693333"/>
                  </a:cubicBezTo>
                  <a:lnTo>
                    <a:pt x="169333" y="1693333"/>
                  </a:lnTo>
                  <a:cubicBezTo>
                    <a:pt x="75813" y="1693333"/>
                    <a:pt x="0" y="1617520"/>
                    <a:pt x="0" y="1524000"/>
                  </a:cubicBezTo>
                  <a:lnTo>
                    <a:pt x="0" y="16933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28283" tIns="133350" rIns="133351" bIns="133350" numCol="1" spcCol="1270" anchor="t" anchorCtr="0">
              <a:noAutofit/>
            </a:bodyPr>
            <a:lstStyle/>
            <a:p>
              <a:pPr marL="0" marR="0" lvl="1" indent="0" algn="l" defTabSz="12001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0" marR="0" lvl="1" indent="0" algn="l" defTabSz="12001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42" name="Rectángulo 41">
            <a:extLst>
              <a:ext uri="{FF2B5EF4-FFF2-40B4-BE49-F238E27FC236}">
                <a16:creationId xmlns:a16="http://schemas.microsoft.com/office/drawing/2014/main" id="{5C296B45-B60B-7767-2E53-3D81ED434714}"/>
              </a:ext>
            </a:extLst>
          </p:cNvPr>
          <p:cNvSpPr/>
          <p:nvPr/>
        </p:nvSpPr>
        <p:spPr>
          <a:xfrm>
            <a:off x="692361" y="1415351"/>
            <a:ext cx="7576428" cy="2492990"/>
          </a:xfrm>
          <a:prstGeom prst="rect">
            <a:avLst/>
          </a:prstGeom>
          <a:solidFill>
            <a:srgbClr val="982B1A"/>
          </a:solidFill>
        </p:spPr>
        <p:txBody>
          <a:bodyPr wrap="square">
            <a:spAutoFit/>
          </a:bodyPr>
          <a:lstStyle/>
          <a:p>
            <a:pPr marL="0" marR="0" lvl="0" indent="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Problemática: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Información de KPIs dispersa en varias herramientas que dificulta el seguimiento del desempeño de los procesos.</a:t>
            </a:r>
          </a:p>
          <a:p>
            <a:pPr marL="171450" marR="0" lvl="0" indent="-17145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Impacto: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Decisiones con menos información, duplicidad de esfuerzos, análisis más costoso.</a:t>
            </a:r>
          </a:p>
          <a:p>
            <a:pPr marL="171450" marR="0" lvl="0" indent="-17145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s-MX" sz="1200" dirty="0">
              <a:solidFill>
                <a:srgbClr val="FFFFFF"/>
              </a:solidFill>
              <a:latin typeface="Arial" panose="020B0604020202020204"/>
            </a:endParaRPr>
          </a:p>
          <a:p>
            <a:pPr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Oportunidad: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s-MX" sz="1200" dirty="0">
              <a:solidFill>
                <a:srgbClr val="FFFFFF"/>
              </a:solidFill>
              <a:latin typeface="Arial" panose="020B0604020202020204"/>
            </a:endParaRPr>
          </a:p>
          <a:p>
            <a:pPr marL="171450" marR="0" lvl="0" indent="-17145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Crear un sistema que integre las diferentes fuentes de información y permita sistematizar un monitoreo centralizado</a:t>
            </a:r>
            <a:r>
              <a:rPr lang="es-MX" sz="1200" dirty="0">
                <a:solidFill>
                  <a:srgbClr val="FFFFFF"/>
                </a:solidFill>
                <a:latin typeface="Arial" panose="020B0604020202020204"/>
              </a:rPr>
              <a:t>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y con actualización periódica de los procesos clave de TI.</a:t>
            </a:r>
          </a:p>
        </p:txBody>
      </p:sp>
      <p:sp>
        <p:nvSpPr>
          <p:cNvPr id="2" name="CuadroTexto 1">
            <a:hlinkClick r:id="rId3" action="ppaction://hlinksldjump"/>
            <a:extLst>
              <a:ext uri="{FF2B5EF4-FFF2-40B4-BE49-F238E27FC236}">
                <a16:creationId xmlns:a16="http://schemas.microsoft.com/office/drawing/2014/main" id="{0C257F6C-BF17-E083-DDBE-4FD5DBB5D28D}"/>
              </a:ext>
            </a:extLst>
          </p:cNvPr>
          <p:cNvSpPr txBox="1"/>
          <p:nvPr/>
        </p:nvSpPr>
        <p:spPr>
          <a:xfrm>
            <a:off x="7887629" y="4720644"/>
            <a:ext cx="125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L" noProof="0"/>
          </a:p>
        </p:txBody>
      </p:sp>
    </p:spTree>
    <p:extLst>
      <p:ext uri="{BB962C8B-B14F-4D97-AF65-F5344CB8AC3E}">
        <p14:creationId xmlns:p14="http://schemas.microsoft.com/office/powerpoint/2010/main" val="2718326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E969AC-B8E4-1052-D7ED-541C92974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Title 3">
            <a:extLst>
              <a:ext uri="{FF2B5EF4-FFF2-40B4-BE49-F238E27FC236}">
                <a16:creationId xmlns:a16="http://schemas.microsoft.com/office/drawing/2014/main" id="{A9A652CE-FE70-6725-77A4-AC19E0368E40}"/>
              </a:ext>
            </a:extLst>
          </p:cNvPr>
          <p:cNvSpPr txBox="1">
            <a:spLocks/>
          </p:cNvSpPr>
          <p:nvPr/>
        </p:nvSpPr>
        <p:spPr>
          <a:xfrm>
            <a:off x="478655" y="422856"/>
            <a:ext cx="7919274" cy="583251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390997" rtl="0" eaLnBrk="1" latinLnBrk="0" hangingPunct="1">
              <a:lnSpc>
                <a:spcPts val="2000"/>
              </a:lnSpc>
              <a:spcBef>
                <a:spcPct val="0"/>
              </a:spcBef>
              <a:buNone/>
              <a:defRPr sz="2000" b="1" i="0" kern="1200" cap="all" spc="50" baseline="0">
                <a:solidFill>
                  <a:schemeClr val="accent1"/>
                </a:solidFill>
                <a:latin typeface="+mj-lt"/>
                <a:ea typeface="+mj-ea"/>
                <a:cs typeface="IvyMode SemiBold" panose="020B0404020101010102" pitchFamily="34" charset="0"/>
              </a:defRPr>
            </a:lvl1pPr>
          </a:lstStyle>
          <a:p>
            <a:r>
              <a:rPr kumimoji="0" lang="en-US" sz="2000" b="1" i="0" u="none" strike="noStrike" kern="1200" cap="all" spc="50" normalizeH="0" baseline="0" noProof="0">
                <a:ln>
                  <a:noFill/>
                </a:ln>
                <a:solidFill>
                  <a:srgbClr val="C21B17"/>
                </a:solidFill>
                <a:effectLst/>
                <a:uLnTx/>
                <a:uFillTx/>
                <a:latin typeface="Arial" panose="020B0604020202020204"/>
                <a:ea typeface="+mj-ea"/>
              </a:rPr>
              <a:t>0</a:t>
            </a:r>
            <a:r>
              <a:rPr lang="en-US">
                <a:solidFill>
                  <a:srgbClr val="C21B17"/>
                </a:solidFill>
                <a:latin typeface="Arial" panose="020B0604020202020204"/>
              </a:rPr>
              <a:t>2</a:t>
            </a:r>
            <a:r>
              <a:rPr kumimoji="0" lang="en-US" sz="2000" b="1" i="0" u="none" strike="noStrike" kern="1200" cap="all" spc="50" normalizeH="0" baseline="0" noProof="0" dirty="0">
                <a:ln>
                  <a:noFill/>
                </a:ln>
                <a:solidFill>
                  <a:srgbClr val="C21B17"/>
                </a:solidFill>
                <a:effectLst/>
                <a:uLnTx/>
                <a:uFillTx/>
                <a:latin typeface="Arial" panose="020B0604020202020204"/>
                <a:ea typeface="+mj-ea"/>
              </a:rPr>
              <a:t>. </a:t>
            </a:r>
            <a:r>
              <a:rPr lang="es-CL" dirty="0"/>
              <a:t>Objetivos del Proyecto</a:t>
            </a:r>
            <a:endParaRPr lang="es-CL" noProof="0" dirty="0"/>
          </a:p>
          <a:p>
            <a:endParaRPr lang="es-CL" noProof="0" dirty="0"/>
          </a:p>
          <a:p>
            <a:pPr marL="0" marR="0" lvl="0" indent="0" algn="l" defTabSz="390997" rtl="0" eaLnBrk="1" fontAlgn="auto" latinLnBrk="0" hangingPunct="1">
              <a:lnSpc>
                <a:spcPts val="2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1" i="0" u="none" strike="noStrike" kern="1200" cap="all" spc="50" normalizeH="0" baseline="0" noProof="0" dirty="0">
              <a:ln>
                <a:noFill/>
              </a:ln>
              <a:solidFill>
                <a:srgbClr val="C21B17"/>
              </a:solidFill>
              <a:effectLst/>
              <a:uLnTx/>
              <a:uFillTx/>
              <a:latin typeface="Arial" panose="020B0604020202020204"/>
              <a:ea typeface="+mj-ea"/>
            </a:endParaRPr>
          </a:p>
        </p:txBody>
      </p:sp>
      <p:grpSp>
        <p:nvGrpSpPr>
          <p:cNvPr id="40" name="Grupo 39">
            <a:extLst>
              <a:ext uri="{FF2B5EF4-FFF2-40B4-BE49-F238E27FC236}">
                <a16:creationId xmlns:a16="http://schemas.microsoft.com/office/drawing/2014/main" id="{A6E83885-D75D-3641-6381-A5CAC80DE493}"/>
              </a:ext>
            </a:extLst>
          </p:cNvPr>
          <p:cNvGrpSpPr/>
          <p:nvPr/>
        </p:nvGrpSpPr>
        <p:grpSpPr>
          <a:xfrm>
            <a:off x="200771" y="902752"/>
            <a:ext cx="8411013" cy="3325620"/>
            <a:chOff x="2032000" y="373239"/>
            <a:chExt cx="8128000" cy="4837256"/>
          </a:xfrm>
          <a:solidFill>
            <a:srgbClr val="982B1A"/>
          </a:solidFill>
        </p:grpSpPr>
        <p:sp>
          <p:nvSpPr>
            <p:cNvPr id="43" name="Forma libre 11">
              <a:extLst>
                <a:ext uri="{FF2B5EF4-FFF2-40B4-BE49-F238E27FC236}">
                  <a16:creationId xmlns:a16="http://schemas.microsoft.com/office/drawing/2014/main" id="{FA0E9130-F1CA-B280-7487-6344C6099BE5}"/>
                </a:ext>
              </a:extLst>
            </p:cNvPr>
            <p:cNvSpPr/>
            <p:nvPr/>
          </p:nvSpPr>
          <p:spPr>
            <a:xfrm>
              <a:off x="2032000" y="373239"/>
              <a:ext cx="8128000" cy="1450986"/>
            </a:xfrm>
            <a:custGeom>
              <a:avLst/>
              <a:gdLst>
                <a:gd name="connsiteX0" fmla="*/ 0 w 8128000"/>
                <a:gd name="connsiteY0" fmla="*/ 169333 h 1693333"/>
                <a:gd name="connsiteX1" fmla="*/ 169333 w 8128000"/>
                <a:gd name="connsiteY1" fmla="*/ 0 h 1693333"/>
                <a:gd name="connsiteX2" fmla="*/ 7958667 w 8128000"/>
                <a:gd name="connsiteY2" fmla="*/ 0 h 1693333"/>
                <a:gd name="connsiteX3" fmla="*/ 8128000 w 8128000"/>
                <a:gd name="connsiteY3" fmla="*/ 169333 h 1693333"/>
                <a:gd name="connsiteX4" fmla="*/ 8128000 w 8128000"/>
                <a:gd name="connsiteY4" fmla="*/ 1524000 h 1693333"/>
                <a:gd name="connsiteX5" fmla="*/ 7958667 w 8128000"/>
                <a:gd name="connsiteY5" fmla="*/ 1693333 h 1693333"/>
                <a:gd name="connsiteX6" fmla="*/ 169333 w 8128000"/>
                <a:gd name="connsiteY6" fmla="*/ 1693333 h 1693333"/>
                <a:gd name="connsiteX7" fmla="*/ 0 w 8128000"/>
                <a:gd name="connsiteY7" fmla="*/ 1524000 h 1693333"/>
                <a:gd name="connsiteX8" fmla="*/ 0 w 8128000"/>
                <a:gd name="connsiteY8" fmla="*/ 169333 h 169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28000" h="1693333">
                  <a:moveTo>
                    <a:pt x="0" y="169333"/>
                  </a:moveTo>
                  <a:cubicBezTo>
                    <a:pt x="0" y="75813"/>
                    <a:pt x="75813" y="0"/>
                    <a:pt x="169333" y="0"/>
                  </a:cubicBezTo>
                  <a:lnTo>
                    <a:pt x="7958667" y="0"/>
                  </a:lnTo>
                  <a:cubicBezTo>
                    <a:pt x="8052187" y="0"/>
                    <a:pt x="8128000" y="75813"/>
                    <a:pt x="8128000" y="169333"/>
                  </a:cubicBezTo>
                  <a:lnTo>
                    <a:pt x="8128000" y="1524000"/>
                  </a:lnTo>
                  <a:cubicBezTo>
                    <a:pt x="8128000" y="1617520"/>
                    <a:pt x="8052187" y="1693333"/>
                    <a:pt x="7958667" y="1693333"/>
                  </a:cubicBezTo>
                  <a:lnTo>
                    <a:pt x="169333" y="1693333"/>
                  </a:lnTo>
                  <a:cubicBezTo>
                    <a:pt x="75813" y="1693333"/>
                    <a:pt x="0" y="1617520"/>
                    <a:pt x="0" y="1524000"/>
                  </a:cubicBezTo>
                  <a:lnTo>
                    <a:pt x="0" y="169333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>
              <a:spAutoFit/>
            </a:bodyPr>
            <a:lstStyle/>
            <a:p>
              <a:pPr marL="0" marR="0" lvl="0" indent="0" algn="l" defTabSz="4571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2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457169" marR="0" lvl="1" indent="0" algn="l" defTabSz="4571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457169" marR="0" lvl="1" indent="0" algn="l" defTabSz="45716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  <p:sp>
          <p:nvSpPr>
            <p:cNvPr id="44" name="Forma libre 13">
              <a:extLst>
                <a:ext uri="{FF2B5EF4-FFF2-40B4-BE49-F238E27FC236}">
                  <a16:creationId xmlns:a16="http://schemas.microsoft.com/office/drawing/2014/main" id="{C182BA7D-DE35-3A63-CB48-9A35E21D6CA7}"/>
                </a:ext>
              </a:extLst>
            </p:cNvPr>
            <p:cNvSpPr/>
            <p:nvPr/>
          </p:nvSpPr>
          <p:spPr>
            <a:xfrm>
              <a:off x="2352437" y="686783"/>
              <a:ext cx="7652807" cy="4523712"/>
            </a:xfrm>
            <a:custGeom>
              <a:avLst/>
              <a:gdLst>
                <a:gd name="connsiteX0" fmla="*/ 0 w 8128000"/>
                <a:gd name="connsiteY0" fmla="*/ 169333 h 1693333"/>
                <a:gd name="connsiteX1" fmla="*/ 169333 w 8128000"/>
                <a:gd name="connsiteY1" fmla="*/ 0 h 1693333"/>
                <a:gd name="connsiteX2" fmla="*/ 7958667 w 8128000"/>
                <a:gd name="connsiteY2" fmla="*/ 0 h 1693333"/>
                <a:gd name="connsiteX3" fmla="*/ 8128000 w 8128000"/>
                <a:gd name="connsiteY3" fmla="*/ 169333 h 1693333"/>
                <a:gd name="connsiteX4" fmla="*/ 8128000 w 8128000"/>
                <a:gd name="connsiteY4" fmla="*/ 1524000 h 1693333"/>
                <a:gd name="connsiteX5" fmla="*/ 7958667 w 8128000"/>
                <a:gd name="connsiteY5" fmla="*/ 1693333 h 1693333"/>
                <a:gd name="connsiteX6" fmla="*/ 169333 w 8128000"/>
                <a:gd name="connsiteY6" fmla="*/ 1693333 h 1693333"/>
                <a:gd name="connsiteX7" fmla="*/ 0 w 8128000"/>
                <a:gd name="connsiteY7" fmla="*/ 1524000 h 1693333"/>
                <a:gd name="connsiteX8" fmla="*/ 0 w 8128000"/>
                <a:gd name="connsiteY8" fmla="*/ 169333 h 1693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128000" h="1693333">
                  <a:moveTo>
                    <a:pt x="0" y="169333"/>
                  </a:moveTo>
                  <a:cubicBezTo>
                    <a:pt x="0" y="75813"/>
                    <a:pt x="75813" y="0"/>
                    <a:pt x="169333" y="0"/>
                  </a:cubicBezTo>
                  <a:lnTo>
                    <a:pt x="7958667" y="0"/>
                  </a:lnTo>
                  <a:cubicBezTo>
                    <a:pt x="8052187" y="0"/>
                    <a:pt x="8128000" y="75813"/>
                    <a:pt x="8128000" y="169333"/>
                  </a:cubicBezTo>
                  <a:lnTo>
                    <a:pt x="8128000" y="1524000"/>
                  </a:lnTo>
                  <a:cubicBezTo>
                    <a:pt x="8128000" y="1617520"/>
                    <a:pt x="8052187" y="1693333"/>
                    <a:pt x="7958667" y="1693333"/>
                  </a:cubicBezTo>
                  <a:lnTo>
                    <a:pt x="169333" y="1693333"/>
                  </a:lnTo>
                  <a:cubicBezTo>
                    <a:pt x="75813" y="1693333"/>
                    <a:pt x="0" y="1617520"/>
                    <a:pt x="0" y="1524000"/>
                  </a:cubicBezTo>
                  <a:lnTo>
                    <a:pt x="0" y="169333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928283" tIns="133350" rIns="133351" bIns="133350" numCol="1" spcCol="1270" anchor="t" anchorCtr="0">
              <a:noAutofit/>
            </a:bodyPr>
            <a:lstStyle/>
            <a:p>
              <a:pPr marL="0" marR="0" lvl="1" indent="0" algn="l" defTabSz="12001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  <a:p>
              <a:pPr marL="0" marR="0" lvl="1" indent="0" algn="l" defTabSz="120015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ct val="15000"/>
                </a:spcAft>
                <a:buClrTx/>
                <a:buSzTx/>
                <a:buFontTx/>
                <a:buNone/>
                <a:tabLst/>
                <a:defRPr/>
              </a:pPr>
              <a:endPara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endParaRPr>
            </a:p>
          </p:txBody>
        </p:sp>
      </p:grpSp>
      <p:sp>
        <p:nvSpPr>
          <p:cNvPr id="42" name="Rectángulo 41">
            <a:extLst>
              <a:ext uri="{FF2B5EF4-FFF2-40B4-BE49-F238E27FC236}">
                <a16:creationId xmlns:a16="http://schemas.microsoft.com/office/drawing/2014/main" id="{DE1E2377-0C0D-5478-3880-8190354A0B49}"/>
              </a:ext>
            </a:extLst>
          </p:cNvPr>
          <p:cNvSpPr/>
          <p:nvPr/>
        </p:nvSpPr>
        <p:spPr>
          <a:xfrm>
            <a:off x="692361" y="1300306"/>
            <a:ext cx="7576428" cy="2746073"/>
          </a:xfrm>
          <a:prstGeom prst="rect">
            <a:avLst/>
          </a:prstGeom>
          <a:solidFill>
            <a:srgbClr val="982B1A"/>
          </a:solidFill>
        </p:spPr>
        <p:txBody>
          <a:bodyPr wrap="square">
            <a:spAutoFit/>
          </a:bodyPr>
          <a:lstStyle/>
          <a:p>
            <a:pPr marL="0" marR="0" lvl="0" indent="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Objetivo General:</a:t>
            </a:r>
          </a:p>
          <a:p>
            <a:pPr algn="just">
              <a:lnSpc>
                <a:spcPct val="150000"/>
              </a:lnSpc>
              <a:spcAft>
                <a:spcPts val="800"/>
              </a:spcAft>
            </a:pPr>
            <a:r>
              <a:rPr lang="es-CL" sz="1200" dirty="0">
                <a:solidFill>
                  <a:srgbClr val="FFFFFF"/>
                </a:solidFill>
                <a:latin typeface="Arial" panose="020B0604020202020204"/>
              </a:rPr>
              <a:t>Desarrollar un sistema que permita el seguimiento del desempeño de los procesos de TI mediante los KPI, con el fin de apoyar la toma de decisiones estratégicas.</a:t>
            </a:r>
          </a:p>
          <a:p>
            <a:pPr marL="171450" marR="0" lvl="0" indent="-17145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171450" marR="0" lvl="0" indent="-17145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R="0" lvl="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s-E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Objetivos Específicos:</a:t>
            </a:r>
          </a:p>
          <a:p>
            <a:pPr marR="0" lvl="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s-E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s-CL" sz="1200" dirty="0">
                <a:solidFill>
                  <a:srgbClr val="FFFFFF"/>
                </a:solidFill>
                <a:latin typeface="Arial" panose="020B0604020202020204"/>
              </a:rPr>
              <a:t>Sistematizar los KPI necesarios para medir el desempeño de los procesos de TI.</a:t>
            </a:r>
          </a:p>
          <a:p>
            <a:pPr marL="342900" lvl="0" indent="-342900" algn="just">
              <a:lnSpc>
                <a:spcPct val="150000"/>
              </a:lnSpc>
              <a:buFont typeface="Symbol" panose="05050102010706020507" pitchFamily="18" charset="2"/>
              <a:buChar char=""/>
            </a:pPr>
            <a:r>
              <a:rPr lang="es-CL" sz="1200" dirty="0">
                <a:solidFill>
                  <a:srgbClr val="FFFFFF"/>
                </a:solidFill>
                <a:latin typeface="Arial" panose="020B0604020202020204"/>
              </a:rPr>
              <a:t>Diseñar una arquitectura de integración de datos que permita centralizar la información de los KPI.</a:t>
            </a:r>
          </a:p>
          <a:p>
            <a:pPr marL="342900" lvl="0" indent="-342900" algn="just">
              <a:lnSpc>
                <a:spcPct val="150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s-CL" sz="1200" dirty="0">
                <a:solidFill>
                  <a:srgbClr val="FFFFFF"/>
                </a:solidFill>
                <a:latin typeface="Arial" panose="020B0604020202020204"/>
              </a:rPr>
              <a:t>Desarrollar </a:t>
            </a:r>
            <a:r>
              <a:rPr lang="es-CL" sz="1200">
                <a:solidFill>
                  <a:srgbClr val="FFFFFF"/>
                </a:solidFill>
                <a:latin typeface="Arial" panose="020B0604020202020204"/>
              </a:rPr>
              <a:t>dashboards</a:t>
            </a:r>
            <a:r>
              <a:rPr lang="es-CL" sz="1200" dirty="0">
                <a:solidFill>
                  <a:srgbClr val="FFFFFF"/>
                </a:solidFill>
                <a:latin typeface="Arial" panose="020B0604020202020204"/>
              </a:rPr>
              <a:t> que muestren el desempeño de los procesos en función de los KPI de los procesos seleccionados.</a:t>
            </a:r>
          </a:p>
        </p:txBody>
      </p:sp>
      <p:sp>
        <p:nvSpPr>
          <p:cNvPr id="2" name="CuadroTexto 1">
            <a:hlinkClick r:id="rId3" action="ppaction://hlinksldjump"/>
            <a:extLst>
              <a:ext uri="{FF2B5EF4-FFF2-40B4-BE49-F238E27FC236}">
                <a16:creationId xmlns:a16="http://schemas.microsoft.com/office/drawing/2014/main" id="{A911923C-9CAE-524D-DB6E-B6E225580AFF}"/>
              </a:ext>
            </a:extLst>
          </p:cNvPr>
          <p:cNvSpPr txBox="1"/>
          <p:nvPr/>
        </p:nvSpPr>
        <p:spPr>
          <a:xfrm>
            <a:off x="7887629" y="4720644"/>
            <a:ext cx="125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L" noProof="0"/>
          </a:p>
        </p:txBody>
      </p:sp>
    </p:spTree>
    <p:extLst>
      <p:ext uri="{BB962C8B-B14F-4D97-AF65-F5344CB8AC3E}">
        <p14:creationId xmlns:p14="http://schemas.microsoft.com/office/powerpoint/2010/main" val="13516666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4165333A-97A4-896A-4C57-BBECCC0AF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40" y="324109"/>
            <a:ext cx="7919274" cy="278820"/>
          </a:xfrm>
        </p:spPr>
        <p:txBody>
          <a:bodyPr/>
          <a:lstStyle/>
          <a:p>
            <a:r>
              <a:rPr lang="es-CL" noProof="0"/>
              <a:t>03. </a:t>
            </a:r>
            <a:r>
              <a:rPr lang="es-MX" noProof="0"/>
              <a:t>Resumen de la Iniciativa del Proyecto</a:t>
            </a:r>
            <a:endParaRPr lang="es-CL" noProof="0"/>
          </a:p>
        </p:txBody>
      </p:sp>
      <p:sp>
        <p:nvSpPr>
          <p:cNvPr id="40" name="21 Rectángulo">
            <a:hlinkClick r:id="" action="ppaction://noaction"/>
            <a:extLst>
              <a:ext uri="{FF2B5EF4-FFF2-40B4-BE49-F238E27FC236}">
                <a16:creationId xmlns:a16="http://schemas.microsoft.com/office/drawing/2014/main" id="{0F68BCD4-EB11-1A6D-1B24-7B61C8199DA1}"/>
              </a:ext>
            </a:extLst>
          </p:cNvPr>
          <p:cNvSpPr/>
          <p:nvPr/>
        </p:nvSpPr>
        <p:spPr>
          <a:xfrm>
            <a:off x="2162908" y="1025236"/>
            <a:ext cx="1202897" cy="498061"/>
          </a:xfrm>
          <a:prstGeom prst="rect">
            <a:avLst/>
          </a:prstGeom>
          <a:solidFill>
            <a:srgbClr val="CF211D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07"/>
            <a:r>
              <a:rPr lang="es-CL" sz="1000" kern="0" noProof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Supuestos y Recursos</a:t>
            </a:r>
          </a:p>
        </p:txBody>
      </p:sp>
      <p:sp>
        <p:nvSpPr>
          <p:cNvPr id="19" name="CuadroTexto 18">
            <a:hlinkClick r:id="rId2" action="ppaction://hlinksldjump"/>
            <a:extLst>
              <a:ext uri="{FF2B5EF4-FFF2-40B4-BE49-F238E27FC236}">
                <a16:creationId xmlns:a16="http://schemas.microsoft.com/office/drawing/2014/main" id="{5CB4C5DC-5D8B-7D70-0CD8-661988458039}"/>
              </a:ext>
            </a:extLst>
          </p:cNvPr>
          <p:cNvSpPr txBox="1"/>
          <p:nvPr/>
        </p:nvSpPr>
        <p:spPr>
          <a:xfrm>
            <a:off x="7887629" y="4432656"/>
            <a:ext cx="125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L" noProof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D1605491-8E88-F189-B6C3-CA7CFAB558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1863" y="1680519"/>
            <a:ext cx="632603" cy="429115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BC3F46A8-C374-CCCC-6DBA-E40BB725E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1301" y="1643890"/>
            <a:ext cx="685551" cy="457034"/>
          </a:xfrm>
          <a:prstGeom prst="rect">
            <a:avLst/>
          </a:prstGeom>
        </p:spPr>
      </p:pic>
      <p:pic>
        <p:nvPicPr>
          <p:cNvPr id="32" name="Imagen 31">
            <a:extLst>
              <a:ext uri="{FF2B5EF4-FFF2-40B4-BE49-F238E27FC236}">
                <a16:creationId xmlns:a16="http://schemas.microsoft.com/office/drawing/2014/main" id="{B83F0E33-5516-A981-1AED-F19C638BFED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896" t="27378" r="3809" b="27814"/>
          <a:stretch/>
        </p:blipFill>
        <p:spPr>
          <a:xfrm>
            <a:off x="3162914" y="1708340"/>
            <a:ext cx="720106" cy="349603"/>
          </a:xfrm>
          <a:prstGeom prst="rect">
            <a:avLst/>
          </a:prstGeom>
        </p:spPr>
      </p:pic>
      <p:sp>
        <p:nvSpPr>
          <p:cNvPr id="33" name="21 Rectángulo">
            <a:hlinkClick r:id="" action="ppaction://noaction"/>
            <a:extLst>
              <a:ext uri="{FF2B5EF4-FFF2-40B4-BE49-F238E27FC236}">
                <a16:creationId xmlns:a16="http://schemas.microsoft.com/office/drawing/2014/main" id="{2F0AF2A4-457D-833C-E029-AEF70C1DC359}"/>
              </a:ext>
            </a:extLst>
          </p:cNvPr>
          <p:cNvSpPr/>
          <p:nvPr/>
        </p:nvSpPr>
        <p:spPr>
          <a:xfrm>
            <a:off x="2162908" y="2890435"/>
            <a:ext cx="1202898" cy="498061"/>
          </a:xfrm>
          <a:prstGeom prst="rect">
            <a:avLst/>
          </a:prstGeom>
          <a:solidFill>
            <a:srgbClr val="CF211D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07"/>
            <a:r>
              <a:rPr lang="es-CL" sz="1000" kern="0" noProof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Impacto de NO realizar iniciativa</a:t>
            </a:r>
          </a:p>
        </p:txBody>
      </p:sp>
      <p:sp>
        <p:nvSpPr>
          <p:cNvPr id="34" name="CuadroTexto 33">
            <a:extLst>
              <a:ext uri="{FF2B5EF4-FFF2-40B4-BE49-F238E27FC236}">
                <a16:creationId xmlns:a16="http://schemas.microsoft.com/office/drawing/2014/main" id="{C10B0E6F-8156-4C25-B80D-5CBB2C86C50B}"/>
              </a:ext>
            </a:extLst>
          </p:cNvPr>
          <p:cNvSpPr txBox="1"/>
          <p:nvPr/>
        </p:nvSpPr>
        <p:spPr>
          <a:xfrm>
            <a:off x="1822487" y="3616198"/>
            <a:ext cx="208888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b="0" i="0" dirty="0">
                <a:effectLst/>
              </a:rPr>
              <a:t>Falta de visibilidad de los procesos críticos de TI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b="0" i="0" dirty="0">
                <a:effectLst/>
              </a:rPr>
              <a:t>Mayor tiempo en generación manual de reportes.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b="0" i="0" dirty="0">
                <a:effectLst/>
              </a:rPr>
              <a:t>Decisiones menos informadas</a:t>
            </a:r>
            <a:endParaRPr lang="es-CL" sz="1000" dirty="0"/>
          </a:p>
        </p:txBody>
      </p:sp>
      <p:sp>
        <p:nvSpPr>
          <p:cNvPr id="42" name="21 Rectángulo">
            <a:hlinkClick r:id="" action="ppaction://noaction"/>
            <a:extLst>
              <a:ext uri="{FF2B5EF4-FFF2-40B4-BE49-F238E27FC236}">
                <a16:creationId xmlns:a16="http://schemas.microsoft.com/office/drawing/2014/main" id="{C12432B6-BA13-BE00-1FE7-65DF8FD4E7BA}"/>
              </a:ext>
            </a:extLst>
          </p:cNvPr>
          <p:cNvSpPr/>
          <p:nvPr/>
        </p:nvSpPr>
        <p:spPr>
          <a:xfrm>
            <a:off x="5332532" y="1023509"/>
            <a:ext cx="1202897" cy="498061"/>
          </a:xfrm>
          <a:prstGeom prst="rect">
            <a:avLst/>
          </a:prstGeom>
          <a:solidFill>
            <a:srgbClr val="CF211D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07"/>
            <a:r>
              <a:rPr lang="es-CL" sz="1000" kern="0" noProof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Procesos priorizados</a:t>
            </a:r>
          </a:p>
        </p:txBody>
      </p:sp>
      <p:sp>
        <p:nvSpPr>
          <p:cNvPr id="46" name="21 Rectángulo">
            <a:hlinkClick r:id="" action="ppaction://noaction"/>
            <a:extLst>
              <a:ext uri="{FF2B5EF4-FFF2-40B4-BE49-F238E27FC236}">
                <a16:creationId xmlns:a16="http://schemas.microsoft.com/office/drawing/2014/main" id="{E8E4085A-68D8-23BD-CBB0-D972681B84D9}"/>
              </a:ext>
            </a:extLst>
          </p:cNvPr>
          <p:cNvSpPr/>
          <p:nvPr/>
        </p:nvSpPr>
        <p:spPr>
          <a:xfrm>
            <a:off x="5330531" y="2892542"/>
            <a:ext cx="1202898" cy="498061"/>
          </a:xfrm>
          <a:prstGeom prst="rect">
            <a:avLst/>
          </a:prstGeom>
          <a:solidFill>
            <a:srgbClr val="CF211D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707"/>
            <a:r>
              <a:rPr lang="es-CL" sz="1000" kern="0" noProof="0">
                <a:solidFill>
                  <a:srgbClr val="FFFFFF"/>
                </a:solidFill>
                <a:latin typeface="+mj-lt"/>
                <a:ea typeface="Calibri"/>
                <a:cs typeface="Calibri"/>
              </a:rPr>
              <a:t>Beneficios</a:t>
            </a:r>
          </a:p>
        </p:txBody>
      </p:sp>
      <p:sp>
        <p:nvSpPr>
          <p:cNvPr id="50" name="CuadroTexto 49">
            <a:extLst>
              <a:ext uri="{FF2B5EF4-FFF2-40B4-BE49-F238E27FC236}">
                <a16:creationId xmlns:a16="http://schemas.microsoft.com/office/drawing/2014/main" id="{E234F694-8A3B-E752-D394-7C1ABDB4569E}"/>
              </a:ext>
            </a:extLst>
          </p:cNvPr>
          <p:cNvSpPr txBox="1"/>
          <p:nvPr/>
        </p:nvSpPr>
        <p:spPr>
          <a:xfrm>
            <a:off x="4970163" y="1577646"/>
            <a:ext cx="192363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/>
              <a:t>Gestión de Cambio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/>
              <a:t>Gestión de Incidentes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/>
              <a:t>Gestión de Requerimientos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/>
              <a:t>Gestión de la Demanda</a:t>
            </a:r>
            <a:endParaRPr lang="es-CL" sz="1000"/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EC1C1719-B5BC-C724-DD44-A7BB562E0D56}"/>
              </a:ext>
            </a:extLst>
          </p:cNvPr>
          <p:cNvSpPr txBox="1"/>
          <p:nvPr/>
        </p:nvSpPr>
        <p:spPr>
          <a:xfrm>
            <a:off x="4970163" y="3495126"/>
            <a:ext cx="259758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b="0" i="0" dirty="0" err="1">
                <a:effectLst/>
              </a:rPr>
              <a:t>KPIs</a:t>
            </a:r>
            <a:r>
              <a:rPr lang="es-MX" sz="1000" b="0" i="0" dirty="0">
                <a:effectLst/>
              </a:rPr>
              <a:t> actualizados con mayor frecuencia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b="0" i="0" dirty="0">
                <a:effectLst/>
              </a:rPr>
              <a:t>Base de datos con data de desempeño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b="0" i="0" dirty="0">
                <a:effectLst/>
              </a:rPr>
              <a:t>Visualización de los </a:t>
            </a:r>
            <a:r>
              <a:rPr lang="es-MX" sz="1000" b="0" i="0" dirty="0" err="1">
                <a:effectLst/>
              </a:rPr>
              <a:t>KPIs</a:t>
            </a:r>
            <a:r>
              <a:rPr lang="es-MX" sz="1000" b="0" i="0" dirty="0">
                <a:effectLst/>
              </a:rPr>
              <a:t> a través de </a:t>
            </a:r>
            <a:r>
              <a:rPr lang="es-MX" sz="1000" b="0" i="0" dirty="0" err="1">
                <a:effectLst/>
              </a:rPr>
              <a:t>d</a:t>
            </a:r>
            <a:r>
              <a:rPr lang="es-MX" sz="1000" dirty="0" err="1"/>
              <a:t>ashboards</a:t>
            </a:r>
            <a:endParaRPr lang="es-MX" sz="1000" b="0" i="0" dirty="0">
              <a:effectLst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dirty="0"/>
              <a:t>Seguimiento del </a:t>
            </a:r>
            <a:r>
              <a:rPr lang="es-MX" sz="1000" b="0" i="0" dirty="0">
                <a:effectLst/>
              </a:rPr>
              <a:t>desempeño de los procesos TI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MX" sz="1000" dirty="0"/>
              <a:t>Toma </a:t>
            </a:r>
            <a:r>
              <a:rPr lang="es-MX" sz="1000" b="0" i="0" dirty="0">
                <a:effectLst/>
              </a:rPr>
              <a:t>de decisiones más ágil e informada</a:t>
            </a:r>
            <a:endParaRPr lang="es-CL" sz="1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90C5E29-C22E-616E-BF62-2F53E010E5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8896" y="2680455"/>
            <a:ext cx="353487" cy="353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7DE5230D-B940-3948-95FC-B1AA25A263D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1960" t="20254" r="21960" b="24677"/>
          <a:stretch/>
        </p:blipFill>
        <p:spPr>
          <a:xfrm>
            <a:off x="6428896" y="771209"/>
            <a:ext cx="456757" cy="44852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3912FF37-6787-E2C0-6B78-BDD78DE618A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52116" y="810633"/>
            <a:ext cx="461907" cy="461907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4AE1F5D-DCB7-10BE-945A-94EC5E827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6326" y="2654052"/>
            <a:ext cx="353486" cy="3534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8160F8A6-BF83-6C67-EBDA-5877D4832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837" y="2193631"/>
            <a:ext cx="594927" cy="392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AAF1C9EC-C1D7-AF4A-C808-BF5984345E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05179" y="2128866"/>
            <a:ext cx="483346" cy="483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53078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CB32C-D149-AFC4-6481-B1D401F9C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F15D54A-D68C-F976-5B73-2FD10714F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40" y="313676"/>
            <a:ext cx="7919274" cy="583251"/>
          </a:xfrm>
        </p:spPr>
        <p:txBody>
          <a:bodyPr/>
          <a:lstStyle/>
          <a:p>
            <a:r>
              <a:rPr lang="es-CL" noProof="0"/>
              <a:t>0</a:t>
            </a:r>
            <a:r>
              <a:rPr lang="es-CL"/>
              <a:t>4</a:t>
            </a:r>
            <a:r>
              <a:rPr lang="es-CL" noProof="0"/>
              <a:t>. </a:t>
            </a:r>
            <a:r>
              <a:rPr lang="es-MX"/>
              <a:t>Modelo de iniciativa</a:t>
            </a:r>
            <a:endParaRPr lang="es-CL" noProof="0"/>
          </a:p>
        </p:txBody>
      </p:sp>
      <p:sp>
        <p:nvSpPr>
          <p:cNvPr id="5" name="CuadroTexto 4">
            <a:hlinkClick r:id="rId2" action="ppaction://hlinksldjump"/>
            <a:extLst>
              <a:ext uri="{FF2B5EF4-FFF2-40B4-BE49-F238E27FC236}">
                <a16:creationId xmlns:a16="http://schemas.microsoft.com/office/drawing/2014/main" id="{1DBC006A-A75C-E527-7955-424864E5E725}"/>
              </a:ext>
            </a:extLst>
          </p:cNvPr>
          <p:cNvSpPr txBox="1"/>
          <p:nvPr/>
        </p:nvSpPr>
        <p:spPr>
          <a:xfrm>
            <a:off x="7887629" y="4572000"/>
            <a:ext cx="125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L" noProof="0"/>
          </a:p>
        </p:txBody>
      </p:sp>
      <p:grpSp>
        <p:nvGrpSpPr>
          <p:cNvPr id="16" name="Grupo 15">
            <a:extLst>
              <a:ext uri="{FF2B5EF4-FFF2-40B4-BE49-F238E27FC236}">
                <a16:creationId xmlns:a16="http://schemas.microsoft.com/office/drawing/2014/main" id="{5CDC2A51-A0CE-165D-A156-DA16C81DD1D5}"/>
              </a:ext>
            </a:extLst>
          </p:cNvPr>
          <p:cNvGrpSpPr/>
          <p:nvPr/>
        </p:nvGrpSpPr>
        <p:grpSpPr>
          <a:xfrm>
            <a:off x="9734415" y="80494"/>
            <a:ext cx="10204879" cy="4739427"/>
            <a:chOff x="9734415" y="80494"/>
            <a:chExt cx="10204879" cy="4739427"/>
          </a:xfrm>
        </p:grpSpPr>
        <p:pic>
          <p:nvPicPr>
            <p:cNvPr id="26" name="Imagen 25">
              <a:extLst>
                <a:ext uri="{FF2B5EF4-FFF2-40B4-BE49-F238E27FC236}">
                  <a16:creationId xmlns:a16="http://schemas.microsoft.com/office/drawing/2014/main" id="{D21A8538-B44D-894F-4665-F86F2A192A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865495" y="845996"/>
              <a:ext cx="5073799" cy="2858921"/>
            </a:xfrm>
            <a:prstGeom prst="rect">
              <a:avLst/>
            </a:prstGeom>
          </p:spPr>
        </p:pic>
        <p:pic>
          <p:nvPicPr>
            <p:cNvPr id="27" name="Imagen 26">
              <a:extLst>
                <a:ext uri="{FF2B5EF4-FFF2-40B4-BE49-F238E27FC236}">
                  <a16:creationId xmlns:a16="http://schemas.microsoft.com/office/drawing/2014/main" id="{7B62751D-4C09-0B25-EC78-4FF992EEA8A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2055624" y="1897634"/>
              <a:ext cx="755647" cy="755647"/>
            </a:xfrm>
            <a:prstGeom prst="rect">
              <a:avLst/>
            </a:prstGeom>
          </p:spPr>
        </p:pic>
        <p:pic>
          <p:nvPicPr>
            <p:cNvPr id="28" name="Imagen 27">
              <a:extLst>
                <a:ext uri="{FF2B5EF4-FFF2-40B4-BE49-F238E27FC236}">
                  <a16:creationId xmlns:a16="http://schemas.microsoft.com/office/drawing/2014/main" id="{43C28D50-F6F7-4C8E-BF37-8732848F50F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0515533" y="808468"/>
              <a:ext cx="1087120" cy="1087120"/>
            </a:xfrm>
            <a:prstGeom prst="rect">
              <a:avLst/>
            </a:prstGeom>
          </p:spPr>
        </p:pic>
        <p:pic>
          <p:nvPicPr>
            <p:cNvPr id="30" name="Picture 2" descr="Adobe PDF Logo PNG vector in SVG, PDF, AI, CDR format">
              <a:extLst>
                <a:ext uri="{FF2B5EF4-FFF2-40B4-BE49-F238E27FC236}">
                  <a16:creationId xmlns:a16="http://schemas.microsoft.com/office/drawing/2014/main" id="{4DD360D1-C326-D1A1-8A26-16CA2645C3C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5858" t="8399" r="27695" b="13015"/>
            <a:stretch/>
          </p:blipFill>
          <p:spPr bwMode="auto">
            <a:xfrm>
              <a:off x="13496149" y="3231400"/>
              <a:ext cx="756090" cy="9601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2" name="14335 Conector recto de flecha">
              <a:extLst>
                <a:ext uri="{FF2B5EF4-FFF2-40B4-BE49-F238E27FC236}">
                  <a16:creationId xmlns:a16="http://schemas.microsoft.com/office/drawing/2014/main" id="{A38BE1AA-0619-3DB6-6740-2665F0A68E4D}"/>
                </a:ext>
              </a:extLst>
            </p:cNvPr>
            <p:cNvCxnSpPr>
              <a:cxnSpLocks/>
              <a:stCxn id="30" idx="0"/>
              <a:endCxn id="40" idx="2"/>
            </p:cNvCxnSpPr>
            <p:nvPr/>
          </p:nvCxnSpPr>
          <p:spPr>
            <a:xfrm rot="16200000" flipV="1">
              <a:off x="13585134" y="2942339"/>
              <a:ext cx="578120" cy="1"/>
            </a:xfrm>
            <a:prstGeom prst="bentConnector3">
              <a:avLst>
                <a:gd name="adj1" fmla="val 50000"/>
              </a:avLst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33" name="14335 Conector recto de flecha">
              <a:extLst>
                <a:ext uri="{FF2B5EF4-FFF2-40B4-BE49-F238E27FC236}">
                  <a16:creationId xmlns:a16="http://schemas.microsoft.com/office/drawing/2014/main" id="{9EED981B-B5EB-7001-C4A6-3D27CCE1F5DD}"/>
                </a:ext>
              </a:extLst>
            </p:cNvPr>
            <p:cNvCxnSpPr>
              <a:cxnSpLocks/>
              <a:stCxn id="28" idx="3"/>
              <a:endCxn id="27" idx="0"/>
            </p:cNvCxnSpPr>
            <p:nvPr/>
          </p:nvCxnSpPr>
          <p:spPr>
            <a:xfrm>
              <a:off x="11602653" y="1352028"/>
              <a:ext cx="830795" cy="545606"/>
            </a:xfrm>
            <a:prstGeom prst="bentConnector2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34" name="CuadroTexto 33">
              <a:extLst>
                <a:ext uri="{FF2B5EF4-FFF2-40B4-BE49-F238E27FC236}">
                  <a16:creationId xmlns:a16="http://schemas.microsoft.com/office/drawing/2014/main" id="{43B2DB87-2365-AB96-B01F-4ABCB3C8464E}"/>
                </a:ext>
              </a:extLst>
            </p:cNvPr>
            <p:cNvSpPr txBox="1"/>
            <p:nvPr/>
          </p:nvSpPr>
          <p:spPr>
            <a:xfrm>
              <a:off x="12433447" y="1651412"/>
              <a:ext cx="998220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1000"/>
                <a:t>Base de datos</a:t>
              </a:r>
            </a:p>
          </p:txBody>
        </p:sp>
        <p:cxnSp>
          <p:nvCxnSpPr>
            <p:cNvPr id="35" name="14335 Conector recto de flecha">
              <a:extLst>
                <a:ext uri="{FF2B5EF4-FFF2-40B4-BE49-F238E27FC236}">
                  <a16:creationId xmlns:a16="http://schemas.microsoft.com/office/drawing/2014/main" id="{770E2DEC-75E7-4EDB-AD42-50DB3348909C}"/>
                </a:ext>
              </a:extLst>
            </p:cNvPr>
            <p:cNvCxnSpPr>
              <a:cxnSpLocks/>
              <a:stCxn id="27" idx="3"/>
              <a:endCxn id="40" idx="1"/>
            </p:cNvCxnSpPr>
            <p:nvPr/>
          </p:nvCxnSpPr>
          <p:spPr>
            <a:xfrm flipV="1">
              <a:off x="12811271" y="2275457"/>
              <a:ext cx="724412" cy="1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36" name="CuadroTexto 35">
              <a:extLst>
                <a:ext uri="{FF2B5EF4-FFF2-40B4-BE49-F238E27FC236}">
                  <a16:creationId xmlns:a16="http://schemas.microsoft.com/office/drawing/2014/main" id="{CE311BDC-EA02-FC16-1110-DEC4F2227B42}"/>
                </a:ext>
              </a:extLst>
            </p:cNvPr>
            <p:cNvSpPr txBox="1"/>
            <p:nvPr/>
          </p:nvSpPr>
          <p:spPr>
            <a:xfrm>
              <a:off x="15901870" y="454777"/>
              <a:ext cx="300104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CL" sz="1600"/>
                <a:t>Idea de </a:t>
              </a:r>
              <a:r>
                <a:rPr lang="es-CL" sz="1600" err="1"/>
                <a:t>dashboard</a:t>
              </a:r>
              <a:r>
                <a:rPr lang="es-CL" sz="1600"/>
                <a:t> interactivo</a:t>
              </a:r>
            </a:p>
          </p:txBody>
        </p:sp>
        <p:grpSp>
          <p:nvGrpSpPr>
            <p:cNvPr id="14" name="Grupo 13">
              <a:extLst>
                <a:ext uri="{FF2B5EF4-FFF2-40B4-BE49-F238E27FC236}">
                  <a16:creationId xmlns:a16="http://schemas.microsoft.com/office/drawing/2014/main" id="{AB55E033-F44F-8138-ABF7-0D2B446764CE}"/>
                </a:ext>
              </a:extLst>
            </p:cNvPr>
            <p:cNvGrpSpPr/>
            <p:nvPr/>
          </p:nvGrpSpPr>
          <p:grpSpPr>
            <a:xfrm>
              <a:off x="10584255" y="3303425"/>
              <a:ext cx="1094421" cy="1222793"/>
              <a:chOff x="10424070" y="2921806"/>
              <a:chExt cx="1094421" cy="1222793"/>
            </a:xfrm>
          </p:grpSpPr>
          <p:pic>
            <p:nvPicPr>
              <p:cNvPr id="29" name="Imagen 28">
                <a:extLst>
                  <a:ext uri="{FF2B5EF4-FFF2-40B4-BE49-F238E27FC236}">
                    <a16:creationId xmlns:a16="http://schemas.microsoft.com/office/drawing/2014/main" id="{9AAABEEE-7C1A-A915-90F0-9C93CCDFC71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0424070" y="2921806"/>
                <a:ext cx="1088093" cy="816070"/>
              </a:xfrm>
              <a:prstGeom prst="rect">
                <a:avLst/>
              </a:prstGeom>
            </p:spPr>
          </p:pic>
          <p:sp>
            <p:nvSpPr>
              <p:cNvPr id="37" name="CuadroTexto 36">
                <a:extLst>
                  <a:ext uri="{FF2B5EF4-FFF2-40B4-BE49-F238E27FC236}">
                    <a16:creationId xmlns:a16="http://schemas.microsoft.com/office/drawing/2014/main" id="{F86644FF-446D-8B74-EC30-5CC68B804F99}"/>
                  </a:ext>
                </a:extLst>
              </p:cNvPr>
              <p:cNvSpPr txBox="1"/>
              <p:nvPr/>
            </p:nvSpPr>
            <p:spPr>
              <a:xfrm>
                <a:off x="10520271" y="3898378"/>
                <a:ext cx="998220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s-CL" sz="1000" dirty="0"/>
                  <a:t>Excel (Datos)</a:t>
                </a:r>
              </a:p>
            </p:txBody>
          </p:sp>
        </p:grpSp>
        <p:sp>
          <p:nvSpPr>
            <p:cNvPr id="38" name="Rectángulo 37">
              <a:extLst>
                <a:ext uri="{FF2B5EF4-FFF2-40B4-BE49-F238E27FC236}">
                  <a16:creationId xmlns:a16="http://schemas.microsoft.com/office/drawing/2014/main" id="{048249FC-3699-0F16-FFA5-BD97DC9E3C7A}"/>
                </a:ext>
              </a:extLst>
            </p:cNvPr>
            <p:cNvSpPr/>
            <p:nvPr/>
          </p:nvSpPr>
          <p:spPr>
            <a:xfrm>
              <a:off x="9734415" y="80494"/>
              <a:ext cx="5131080" cy="4739427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39" name="CuadroTexto 38">
              <a:extLst>
                <a:ext uri="{FF2B5EF4-FFF2-40B4-BE49-F238E27FC236}">
                  <a16:creationId xmlns:a16="http://schemas.microsoft.com/office/drawing/2014/main" id="{5A5CF32F-23D0-A270-C261-061029BCC948}"/>
                </a:ext>
              </a:extLst>
            </p:cNvPr>
            <p:cNvSpPr txBox="1"/>
            <p:nvPr/>
          </p:nvSpPr>
          <p:spPr>
            <a:xfrm>
              <a:off x="11672348" y="325531"/>
              <a:ext cx="152219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400" dirty="0"/>
                <a:t>Integración de datos</a:t>
              </a:r>
            </a:p>
          </p:txBody>
        </p:sp>
        <p:pic>
          <p:nvPicPr>
            <p:cNvPr id="40" name="Imagen 39">
              <a:extLst>
                <a:ext uri="{FF2B5EF4-FFF2-40B4-BE49-F238E27FC236}">
                  <a16:creationId xmlns:a16="http://schemas.microsoft.com/office/drawing/2014/main" id="{A495A235-18EC-F8CD-20E0-B893A85CE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22372" t="18776" r="22458" b="18724"/>
            <a:stretch/>
          </p:blipFill>
          <p:spPr>
            <a:xfrm>
              <a:off x="13535683" y="1897634"/>
              <a:ext cx="677020" cy="755646"/>
            </a:xfrm>
            <a:prstGeom prst="rect">
              <a:avLst/>
            </a:prstGeom>
          </p:spPr>
        </p:pic>
        <p:cxnSp>
          <p:nvCxnSpPr>
            <p:cNvPr id="41" name="14335 Conector recto de flecha">
              <a:extLst>
                <a:ext uri="{FF2B5EF4-FFF2-40B4-BE49-F238E27FC236}">
                  <a16:creationId xmlns:a16="http://schemas.microsoft.com/office/drawing/2014/main" id="{31A9ED55-F845-E9A5-E100-727DBA830B86}"/>
                </a:ext>
              </a:extLst>
            </p:cNvPr>
            <p:cNvCxnSpPr>
              <a:cxnSpLocks/>
              <a:stCxn id="40" idx="3"/>
              <a:endCxn id="26" idx="1"/>
            </p:cNvCxnSpPr>
            <p:nvPr/>
          </p:nvCxnSpPr>
          <p:spPr>
            <a:xfrm>
              <a:off x="14212703" y="2275457"/>
              <a:ext cx="652792" cy="0"/>
            </a:xfrm>
            <a:prstGeom prst="straightConnector1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42" name="CuadroTexto 41">
              <a:extLst>
                <a:ext uri="{FF2B5EF4-FFF2-40B4-BE49-F238E27FC236}">
                  <a16:creationId xmlns:a16="http://schemas.microsoft.com/office/drawing/2014/main" id="{1880E053-EBA2-5E2F-F46D-792E6BF64D03}"/>
                </a:ext>
              </a:extLst>
            </p:cNvPr>
            <p:cNvSpPr txBox="1"/>
            <p:nvPr/>
          </p:nvSpPr>
          <p:spPr>
            <a:xfrm>
              <a:off x="13233624" y="4144599"/>
              <a:ext cx="132524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000"/>
                <a:t>PDF</a:t>
              </a:r>
            </a:p>
            <a:p>
              <a:pPr algn="ctr"/>
              <a:r>
                <a:rPr lang="es-CL" sz="1000"/>
                <a:t>(Procedimiento)</a:t>
              </a:r>
            </a:p>
          </p:txBody>
        </p:sp>
        <p:sp>
          <p:nvSpPr>
            <p:cNvPr id="43" name="Rectángulo 42">
              <a:extLst>
                <a:ext uri="{FF2B5EF4-FFF2-40B4-BE49-F238E27FC236}">
                  <a16:creationId xmlns:a16="http://schemas.microsoft.com/office/drawing/2014/main" id="{6C8E547F-4C06-2D1E-DBDC-0D4E9E42ACFA}"/>
                </a:ext>
              </a:extLst>
            </p:cNvPr>
            <p:cNvSpPr/>
            <p:nvPr/>
          </p:nvSpPr>
          <p:spPr>
            <a:xfrm>
              <a:off x="14865495" y="80494"/>
              <a:ext cx="5073799" cy="4739427"/>
            </a:xfrm>
            <a:prstGeom prst="rect">
              <a:avLst/>
            </a:prstGeom>
            <a:noFill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cxnSp>
          <p:nvCxnSpPr>
            <p:cNvPr id="11" name="14335 Conector recto de flecha">
              <a:extLst>
                <a:ext uri="{FF2B5EF4-FFF2-40B4-BE49-F238E27FC236}">
                  <a16:creationId xmlns:a16="http://schemas.microsoft.com/office/drawing/2014/main" id="{D2A75543-A8A5-F25E-C8F7-213E2AE76F72}"/>
                </a:ext>
              </a:extLst>
            </p:cNvPr>
            <p:cNvCxnSpPr>
              <a:cxnSpLocks/>
              <a:stCxn id="29" idx="3"/>
              <a:endCxn id="27" idx="2"/>
            </p:cNvCxnSpPr>
            <p:nvPr/>
          </p:nvCxnSpPr>
          <p:spPr>
            <a:xfrm flipV="1">
              <a:off x="11672348" y="2653281"/>
              <a:ext cx="761100" cy="1058179"/>
            </a:xfrm>
            <a:prstGeom prst="bentConnector2">
              <a:avLst/>
            </a:prstGeom>
            <a:noFill/>
            <a:ln w="12700" cap="flat" cmpd="sng" algn="ctr">
              <a:solidFill>
                <a:srgbClr val="000000"/>
              </a:solidFill>
              <a:prstDash val="solid"/>
              <a:miter lim="800000"/>
              <a:tailEnd type="triangle"/>
            </a:ln>
            <a:effectLst/>
          </p:spPr>
        </p:cxnSp>
      </p:grpSp>
      <p:pic>
        <p:nvPicPr>
          <p:cNvPr id="20" name="Imagen 19">
            <a:extLst>
              <a:ext uri="{FF2B5EF4-FFF2-40B4-BE49-F238E27FC236}">
                <a16:creationId xmlns:a16="http://schemas.microsoft.com/office/drawing/2014/main" id="{CACD1635-27B7-73C7-7E4B-A895C932D6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12363" y="876516"/>
            <a:ext cx="7919274" cy="371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90266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9421E-A1A0-D1AA-74E2-C96B7C5CC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2551884C-AEF0-2D94-2AB4-8B80A6DC8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40" y="313676"/>
            <a:ext cx="7919274" cy="583251"/>
          </a:xfrm>
        </p:spPr>
        <p:txBody>
          <a:bodyPr/>
          <a:lstStyle/>
          <a:p>
            <a:r>
              <a:rPr lang="es-CL" noProof="0"/>
              <a:t>05. </a:t>
            </a:r>
            <a:r>
              <a:rPr lang="es-MX" noProof="0"/>
              <a:t>Alcances</a:t>
            </a:r>
            <a:r>
              <a:rPr lang="es-MX"/>
              <a:t> y</a:t>
            </a:r>
            <a:r>
              <a:rPr lang="es-MX" noProof="0"/>
              <a:t> limitaciones</a:t>
            </a:r>
            <a:endParaRPr lang="es-CL" noProof="0"/>
          </a:p>
        </p:txBody>
      </p:sp>
      <p:sp>
        <p:nvSpPr>
          <p:cNvPr id="5" name="CuadroTexto 4">
            <a:hlinkClick r:id="rId2" action="ppaction://hlinksldjump"/>
            <a:extLst>
              <a:ext uri="{FF2B5EF4-FFF2-40B4-BE49-F238E27FC236}">
                <a16:creationId xmlns:a16="http://schemas.microsoft.com/office/drawing/2014/main" id="{5E597F5D-084E-2DD5-1678-8BCE43F8CA6D}"/>
              </a:ext>
            </a:extLst>
          </p:cNvPr>
          <p:cNvSpPr txBox="1"/>
          <p:nvPr/>
        </p:nvSpPr>
        <p:spPr>
          <a:xfrm>
            <a:off x="7887629" y="4645158"/>
            <a:ext cx="125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L" noProof="0"/>
          </a:p>
        </p:txBody>
      </p:sp>
      <p:sp>
        <p:nvSpPr>
          <p:cNvPr id="8" name="Forma libre 13">
            <a:extLst>
              <a:ext uri="{FF2B5EF4-FFF2-40B4-BE49-F238E27FC236}">
                <a16:creationId xmlns:a16="http://schemas.microsoft.com/office/drawing/2014/main" id="{5B33A420-FE6D-7FE6-652B-2E3D6F784D1D}"/>
              </a:ext>
            </a:extLst>
          </p:cNvPr>
          <p:cNvSpPr/>
          <p:nvPr/>
        </p:nvSpPr>
        <p:spPr>
          <a:xfrm>
            <a:off x="1213073" y="800184"/>
            <a:ext cx="2810505" cy="4029640"/>
          </a:xfrm>
          <a:custGeom>
            <a:avLst/>
            <a:gdLst>
              <a:gd name="connsiteX0" fmla="*/ 0 w 8128000"/>
              <a:gd name="connsiteY0" fmla="*/ 169333 h 1693333"/>
              <a:gd name="connsiteX1" fmla="*/ 169333 w 8128000"/>
              <a:gd name="connsiteY1" fmla="*/ 0 h 1693333"/>
              <a:gd name="connsiteX2" fmla="*/ 7958667 w 8128000"/>
              <a:gd name="connsiteY2" fmla="*/ 0 h 1693333"/>
              <a:gd name="connsiteX3" fmla="*/ 8128000 w 8128000"/>
              <a:gd name="connsiteY3" fmla="*/ 169333 h 1693333"/>
              <a:gd name="connsiteX4" fmla="*/ 8128000 w 8128000"/>
              <a:gd name="connsiteY4" fmla="*/ 1524000 h 1693333"/>
              <a:gd name="connsiteX5" fmla="*/ 7958667 w 8128000"/>
              <a:gd name="connsiteY5" fmla="*/ 1693333 h 1693333"/>
              <a:gd name="connsiteX6" fmla="*/ 169333 w 8128000"/>
              <a:gd name="connsiteY6" fmla="*/ 1693333 h 1693333"/>
              <a:gd name="connsiteX7" fmla="*/ 0 w 8128000"/>
              <a:gd name="connsiteY7" fmla="*/ 1524000 h 1693333"/>
              <a:gd name="connsiteX8" fmla="*/ 0 w 8128000"/>
              <a:gd name="connsiteY8" fmla="*/ 169333 h 169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1693333">
                <a:moveTo>
                  <a:pt x="0" y="169333"/>
                </a:moveTo>
                <a:cubicBezTo>
                  <a:pt x="0" y="75813"/>
                  <a:pt x="75813" y="0"/>
                  <a:pt x="169333" y="0"/>
                </a:cubicBezTo>
                <a:lnTo>
                  <a:pt x="7958667" y="0"/>
                </a:lnTo>
                <a:cubicBezTo>
                  <a:pt x="8052187" y="0"/>
                  <a:pt x="8128000" y="75813"/>
                  <a:pt x="8128000" y="169333"/>
                </a:cubicBezTo>
                <a:lnTo>
                  <a:pt x="8128000" y="1524000"/>
                </a:lnTo>
                <a:cubicBezTo>
                  <a:pt x="8128000" y="1617520"/>
                  <a:pt x="8052187" y="1693333"/>
                  <a:pt x="7958667" y="1693333"/>
                </a:cubicBezTo>
                <a:lnTo>
                  <a:pt x="169333" y="1693333"/>
                </a:lnTo>
                <a:cubicBezTo>
                  <a:pt x="75813" y="1693333"/>
                  <a:pt x="0" y="1617520"/>
                  <a:pt x="0" y="1524000"/>
                </a:cubicBezTo>
                <a:lnTo>
                  <a:pt x="0" y="169333"/>
                </a:lnTo>
                <a:close/>
              </a:path>
            </a:pathLst>
          </a:custGeom>
          <a:solidFill>
            <a:srgbClr val="982B1A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28283" tIns="133350" rIns="133351" bIns="133350" numCol="1" spcCol="1270" anchor="t" anchorCtr="0">
            <a:noAutofit/>
          </a:bodyPr>
          <a:lstStyle/>
          <a:p>
            <a:pPr marL="0" marR="0" lvl="1" indent="0" algn="l" defTabSz="1200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1" indent="0" algn="l" defTabSz="1200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4" name="Forma libre 13">
            <a:extLst>
              <a:ext uri="{FF2B5EF4-FFF2-40B4-BE49-F238E27FC236}">
                <a16:creationId xmlns:a16="http://schemas.microsoft.com/office/drawing/2014/main" id="{18B865BB-3E9B-4324-E007-4F78745B6BC5}"/>
              </a:ext>
            </a:extLst>
          </p:cNvPr>
          <p:cNvSpPr/>
          <p:nvPr/>
        </p:nvSpPr>
        <p:spPr>
          <a:xfrm>
            <a:off x="5181268" y="800184"/>
            <a:ext cx="2810505" cy="4029640"/>
          </a:xfrm>
          <a:custGeom>
            <a:avLst/>
            <a:gdLst>
              <a:gd name="connsiteX0" fmla="*/ 0 w 8128000"/>
              <a:gd name="connsiteY0" fmla="*/ 169333 h 1693333"/>
              <a:gd name="connsiteX1" fmla="*/ 169333 w 8128000"/>
              <a:gd name="connsiteY1" fmla="*/ 0 h 1693333"/>
              <a:gd name="connsiteX2" fmla="*/ 7958667 w 8128000"/>
              <a:gd name="connsiteY2" fmla="*/ 0 h 1693333"/>
              <a:gd name="connsiteX3" fmla="*/ 8128000 w 8128000"/>
              <a:gd name="connsiteY3" fmla="*/ 169333 h 1693333"/>
              <a:gd name="connsiteX4" fmla="*/ 8128000 w 8128000"/>
              <a:gd name="connsiteY4" fmla="*/ 1524000 h 1693333"/>
              <a:gd name="connsiteX5" fmla="*/ 7958667 w 8128000"/>
              <a:gd name="connsiteY5" fmla="*/ 1693333 h 1693333"/>
              <a:gd name="connsiteX6" fmla="*/ 169333 w 8128000"/>
              <a:gd name="connsiteY6" fmla="*/ 1693333 h 1693333"/>
              <a:gd name="connsiteX7" fmla="*/ 0 w 8128000"/>
              <a:gd name="connsiteY7" fmla="*/ 1524000 h 1693333"/>
              <a:gd name="connsiteX8" fmla="*/ 0 w 8128000"/>
              <a:gd name="connsiteY8" fmla="*/ 169333 h 1693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128000" h="1693333">
                <a:moveTo>
                  <a:pt x="0" y="169333"/>
                </a:moveTo>
                <a:cubicBezTo>
                  <a:pt x="0" y="75813"/>
                  <a:pt x="75813" y="0"/>
                  <a:pt x="169333" y="0"/>
                </a:cubicBezTo>
                <a:lnTo>
                  <a:pt x="7958667" y="0"/>
                </a:lnTo>
                <a:cubicBezTo>
                  <a:pt x="8052187" y="0"/>
                  <a:pt x="8128000" y="75813"/>
                  <a:pt x="8128000" y="169333"/>
                </a:cubicBezTo>
                <a:lnTo>
                  <a:pt x="8128000" y="1524000"/>
                </a:lnTo>
                <a:cubicBezTo>
                  <a:pt x="8128000" y="1617520"/>
                  <a:pt x="8052187" y="1693333"/>
                  <a:pt x="7958667" y="1693333"/>
                </a:cubicBezTo>
                <a:lnTo>
                  <a:pt x="169333" y="1693333"/>
                </a:lnTo>
                <a:cubicBezTo>
                  <a:pt x="75813" y="1693333"/>
                  <a:pt x="0" y="1617520"/>
                  <a:pt x="0" y="1524000"/>
                </a:cubicBezTo>
                <a:lnTo>
                  <a:pt x="0" y="169333"/>
                </a:lnTo>
                <a:close/>
              </a:path>
            </a:pathLst>
          </a:custGeom>
          <a:solidFill>
            <a:srgbClr val="982B1A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928283" tIns="133350" rIns="133351" bIns="133350" numCol="1" spcCol="1270" anchor="t" anchorCtr="0">
            <a:noAutofit/>
          </a:bodyPr>
          <a:lstStyle/>
          <a:p>
            <a:pPr marL="0" marR="0" lvl="1" indent="0" algn="l" defTabSz="1200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  <a:p>
            <a:pPr marL="0" marR="0" lvl="1" indent="0" algn="l" defTabSz="120015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lrTx/>
              <a:buSzTx/>
              <a:buFontTx/>
              <a:buNone/>
              <a:tabLst/>
              <a:defRPr/>
            </a:pPr>
            <a:endParaRPr kumimoji="0" lang="es-E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A62EEB5E-CBBD-E74A-F88E-D0AFE11D9DE6}"/>
              </a:ext>
            </a:extLst>
          </p:cNvPr>
          <p:cNvSpPr/>
          <p:nvPr/>
        </p:nvSpPr>
        <p:spPr>
          <a:xfrm>
            <a:off x="1307760" y="800184"/>
            <a:ext cx="2593680" cy="3970318"/>
          </a:xfrm>
          <a:prstGeom prst="rect">
            <a:avLst/>
          </a:prstGeom>
          <a:solidFill>
            <a:srgbClr val="982B1A"/>
          </a:solidFill>
        </p:spPr>
        <p:txBody>
          <a:bodyPr wrap="square">
            <a:spAutoFit/>
          </a:bodyPr>
          <a:lstStyle/>
          <a:p>
            <a:pPr marL="0" marR="0" lvl="0" indent="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1200" b="1" dirty="0">
                <a:solidFill>
                  <a:srgbClr val="FFFFFF"/>
                </a:solidFill>
                <a:latin typeface="Arial" panose="020B0604020202020204"/>
              </a:rPr>
              <a:t>Alcances</a:t>
            </a:r>
          </a:p>
          <a:p>
            <a:pPr marL="228600" marR="0" lvl="0" indent="-22860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S" sz="1200" dirty="0">
                <a:solidFill>
                  <a:srgbClr val="FFFFFF"/>
                </a:solidFill>
                <a:latin typeface="Arial" panose="020B0604020202020204"/>
              </a:rPr>
              <a:t>Un sistema de medición y monitoreo </a:t>
            </a:r>
            <a:r>
              <a:rPr lang="es-ES" sz="1200" dirty="0" err="1">
                <a:solidFill>
                  <a:srgbClr val="FFFFFF"/>
                </a:solidFill>
                <a:latin typeface="Arial" panose="020B0604020202020204"/>
              </a:rPr>
              <a:t>KPIs</a:t>
            </a:r>
            <a:r>
              <a:rPr lang="es-ES" sz="1200" dirty="0">
                <a:solidFill>
                  <a:srgbClr val="FFFFFF"/>
                </a:solidFill>
                <a:latin typeface="Arial" panose="020B0604020202020204"/>
              </a:rPr>
              <a:t> de varios procesos de TI (gestión de cambios, incidentes, requerimientos y demanda).</a:t>
            </a:r>
          </a:p>
          <a:p>
            <a:pPr marL="228600" marR="0" lvl="0" indent="-22860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ES" sz="1200" dirty="0">
              <a:solidFill>
                <a:srgbClr val="FFFFFF"/>
              </a:solidFill>
              <a:latin typeface="Arial" panose="020B0604020202020204"/>
            </a:endParaRPr>
          </a:p>
          <a:p>
            <a:pPr marL="228600" marR="0" lvl="0" indent="-22860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S" sz="1200" dirty="0">
                <a:solidFill>
                  <a:srgbClr val="FFFFFF"/>
                </a:solidFill>
                <a:latin typeface="Arial" panose="020B0604020202020204"/>
              </a:rPr>
              <a:t>Recopilación de datos en una base de datos.</a:t>
            </a:r>
          </a:p>
          <a:p>
            <a:pPr marL="228600" marR="0" lvl="0" indent="-22860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ES" sz="1200" dirty="0">
              <a:solidFill>
                <a:srgbClr val="FFFFFF"/>
              </a:solidFill>
              <a:latin typeface="Arial" panose="020B0604020202020204"/>
            </a:endParaRPr>
          </a:p>
          <a:p>
            <a:pPr marL="228600" marR="0" lvl="0" indent="-22860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S" sz="1200" dirty="0" err="1">
                <a:solidFill>
                  <a:srgbClr val="FFFFFF"/>
                </a:solidFill>
                <a:latin typeface="Arial" panose="020B0604020202020204"/>
              </a:rPr>
              <a:t>Dashboards</a:t>
            </a:r>
            <a:r>
              <a:rPr lang="es-ES" sz="1200" dirty="0">
                <a:solidFill>
                  <a:srgbClr val="FFFFFF"/>
                </a:solidFill>
                <a:latin typeface="Arial" panose="020B0604020202020204"/>
              </a:rPr>
              <a:t> de visualización de los </a:t>
            </a:r>
            <a:r>
              <a:rPr lang="es-ES" sz="1200" dirty="0" err="1">
                <a:solidFill>
                  <a:srgbClr val="FFFFFF"/>
                </a:solidFill>
                <a:latin typeface="Arial" panose="020B0604020202020204"/>
              </a:rPr>
              <a:t>KPIs</a:t>
            </a:r>
            <a:r>
              <a:rPr lang="es-ES" sz="1200" dirty="0">
                <a:solidFill>
                  <a:srgbClr val="FFFFFF"/>
                </a:solidFill>
                <a:latin typeface="Arial" panose="020B0604020202020204"/>
              </a:rPr>
              <a:t>.</a:t>
            </a:r>
          </a:p>
          <a:p>
            <a:pPr marL="228600" marR="0" lvl="0" indent="-22860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ES" sz="1200" dirty="0">
              <a:solidFill>
                <a:srgbClr val="FFFFFF"/>
              </a:solidFill>
              <a:latin typeface="Arial" panose="020B0604020202020204"/>
            </a:endParaRPr>
          </a:p>
          <a:p>
            <a:pPr marL="228600" marR="0" lvl="0" indent="-22860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S" sz="1200" dirty="0">
                <a:solidFill>
                  <a:srgbClr val="FFFFFF"/>
                </a:solidFill>
                <a:latin typeface="Arial" panose="020B0604020202020204"/>
              </a:rPr>
              <a:t>Los resultados de los </a:t>
            </a:r>
            <a:r>
              <a:rPr lang="es-ES" sz="1200" dirty="0" err="1">
                <a:solidFill>
                  <a:srgbClr val="FFFFFF"/>
                </a:solidFill>
                <a:latin typeface="Arial" panose="020B0604020202020204"/>
              </a:rPr>
              <a:t>KPIs</a:t>
            </a:r>
            <a:r>
              <a:rPr lang="es-ES" sz="1200" dirty="0">
                <a:solidFill>
                  <a:srgbClr val="FFFFFF"/>
                </a:solidFill>
                <a:latin typeface="Arial" panose="020B0604020202020204"/>
              </a:rPr>
              <a:t> de cada proceso serán accesibles por el usuario interno según los privilegios que se definan.</a:t>
            </a:r>
          </a:p>
          <a:p>
            <a:pPr marL="228600" marR="0" lvl="0" indent="-22860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ES" sz="1200" dirty="0">
              <a:solidFill>
                <a:srgbClr val="FFFFFF"/>
              </a:solidFill>
              <a:latin typeface="Arial" panose="020B0604020202020204"/>
            </a:endParaRPr>
          </a:p>
          <a:p>
            <a:pPr marL="228600" marR="0" lvl="0" indent="-22860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S" sz="1200" dirty="0">
                <a:solidFill>
                  <a:srgbClr val="FFFFFF"/>
                </a:solidFill>
                <a:latin typeface="Arial" panose="020B0604020202020204"/>
              </a:rPr>
              <a:t>Proyecto de titulo 1 es documentación y proyecto de titulo 2 es creación del sistema</a:t>
            </a:r>
            <a:endParaRPr lang="es-CL" sz="1200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4FE32875-334B-E0A0-A060-22D4341812CB}"/>
              </a:ext>
            </a:extLst>
          </p:cNvPr>
          <p:cNvSpPr/>
          <p:nvPr/>
        </p:nvSpPr>
        <p:spPr>
          <a:xfrm>
            <a:off x="5282152" y="800184"/>
            <a:ext cx="2614934" cy="3785652"/>
          </a:xfrm>
          <a:prstGeom prst="rect">
            <a:avLst/>
          </a:prstGeom>
          <a:solidFill>
            <a:srgbClr val="982B1A"/>
          </a:solidFill>
        </p:spPr>
        <p:txBody>
          <a:bodyPr wrap="square">
            <a:spAutoFit/>
          </a:bodyPr>
          <a:lstStyle/>
          <a:p>
            <a:pPr marL="0" marR="0" lvl="0" indent="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L" sz="1200" b="1" dirty="0">
                <a:solidFill>
                  <a:srgbClr val="FFFFFF"/>
                </a:solidFill>
                <a:latin typeface="Arial" panose="020B0604020202020204"/>
              </a:rPr>
              <a:t>Limitaciones</a:t>
            </a:r>
          </a:p>
          <a:p>
            <a:pPr marL="228600" marR="0" lvl="0" indent="-22860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CL" sz="1200" dirty="0">
                <a:solidFill>
                  <a:srgbClr val="FFFFFF"/>
                </a:solidFill>
                <a:latin typeface="Arial" panose="020B0604020202020204"/>
              </a:rPr>
              <a:t>La definición de la solución y los recursos para impulsar la iniciativa depende de la compañía.</a:t>
            </a:r>
          </a:p>
          <a:p>
            <a:pPr marL="228600" marR="0" lvl="0" indent="-22860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CL" sz="1200" dirty="0">
              <a:solidFill>
                <a:srgbClr val="FFFFFF"/>
              </a:solidFill>
              <a:latin typeface="Arial" panose="020B0604020202020204"/>
            </a:endParaRPr>
          </a:p>
          <a:p>
            <a:pPr marL="228600" marR="0" lvl="0" indent="-22860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S" sz="1200" dirty="0">
                <a:solidFill>
                  <a:srgbClr val="FFFFFF"/>
                </a:solidFill>
                <a:latin typeface="Arial" panose="020B0604020202020204"/>
              </a:rPr>
              <a:t>Los tipos de </a:t>
            </a:r>
            <a:r>
              <a:rPr lang="es-ES" sz="1200" dirty="0" err="1">
                <a:solidFill>
                  <a:srgbClr val="FFFFFF"/>
                </a:solidFill>
                <a:latin typeface="Arial" panose="020B0604020202020204"/>
              </a:rPr>
              <a:t>dashboards</a:t>
            </a:r>
            <a:r>
              <a:rPr lang="es-ES" sz="1200" dirty="0">
                <a:solidFill>
                  <a:srgbClr val="FFFFFF"/>
                </a:solidFill>
                <a:latin typeface="Arial" panose="020B0604020202020204"/>
              </a:rPr>
              <a:t> serán los que permitirá la herramienta que se defina para ello</a:t>
            </a:r>
          </a:p>
          <a:p>
            <a:pPr marL="228600" marR="0" lvl="0" indent="-22860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ES" sz="1200" dirty="0">
              <a:solidFill>
                <a:srgbClr val="FFFFFF"/>
              </a:solidFill>
              <a:latin typeface="Arial" panose="020B0604020202020204"/>
            </a:endParaRPr>
          </a:p>
          <a:p>
            <a:pPr marL="228600" marR="0" lvl="0" indent="-22860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S" sz="1200" dirty="0">
                <a:solidFill>
                  <a:srgbClr val="FFFFFF"/>
                </a:solidFill>
                <a:latin typeface="Arial" panose="020B0604020202020204"/>
              </a:rPr>
              <a:t>Los datos y el nombre de la compañía serán enmascarados.</a:t>
            </a:r>
          </a:p>
          <a:p>
            <a:pPr marL="228600" marR="0" lvl="0" indent="-22860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ES" sz="1200" dirty="0">
              <a:solidFill>
                <a:srgbClr val="FFFFFF"/>
              </a:solidFill>
              <a:latin typeface="Arial" panose="020B0604020202020204"/>
            </a:endParaRPr>
          </a:p>
          <a:p>
            <a:pPr marL="228600" marR="0" lvl="0" indent="-22860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S" sz="1200" dirty="0">
                <a:solidFill>
                  <a:srgbClr val="FFFFFF"/>
                </a:solidFill>
                <a:latin typeface="Arial" panose="020B0604020202020204"/>
              </a:rPr>
              <a:t>No se publicarán datos y el documento de la tesis de forma pública.</a:t>
            </a:r>
          </a:p>
          <a:p>
            <a:pPr marL="228600" marR="0" lvl="0" indent="-22860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ES" sz="1200" dirty="0">
              <a:solidFill>
                <a:srgbClr val="FFFFFF"/>
              </a:solidFill>
              <a:latin typeface="Arial" panose="020B0604020202020204"/>
            </a:endParaRPr>
          </a:p>
          <a:p>
            <a:pPr marL="228600" marR="0" lvl="0" indent="-228600" algn="l" defTabSz="45716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s-ES" sz="1200" dirty="0">
                <a:solidFill>
                  <a:srgbClr val="FFFFFF"/>
                </a:solidFill>
                <a:latin typeface="Arial" panose="020B0604020202020204"/>
              </a:rPr>
              <a:t>El proyecto se divide en 2 etapas, proyecto de titulo 1 y proyecto de titulo 2</a:t>
            </a:r>
            <a:endParaRPr lang="es-CL" sz="1200" dirty="0">
              <a:solidFill>
                <a:srgbClr val="FFFFFF"/>
              </a:solidFill>
              <a:latin typeface="Arial" panose="020B06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162440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CD7CAC-8444-B2A9-203A-D73E67316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3511EE0-19EC-4D2B-FD47-189D4294C8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8840" y="313676"/>
            <a:ext cx="7919274" cy="583251"/>
          </a:xfrm>
        </p:spPr>
        <p:txBody>
          <a:bodyPr/>
          <a:lstStyle/>
          <a:p>
            <a:r>
              <a:rPr lang="es-CL" noProof="0" dirty="0"/>
              <a:t>0</a:t>
            </a:r>
            <a:r>
              <a:rPr lang="es-CL" dirty="0"/>
              <a:t>6</a:t>
            </a:r>
            <a:r>
              <a:rPr lang="es-CL" noProof="0" dirty="0"/>
              <a:t>. etapas del proyecto Y </a:t>
            </a:r>
            <a:r>
              <a:rPr lang="es-MX" noProof="0" dirty="0"/>
              <a:t>recursos necesarios</a:t>
            </a:r>
            <a:r>
              <a:rPr lang="es-CL" noProof="0" dirty="0"/>
              <a:t> </a:t>
            </a:r>
          </a:p>
        </p:txBody>
      </p:sp>
      <p:sp>
        <p:nvSpPr>
          <p:cNvPr id="5" name="CuadroTexto 4">
            <a:hlinkClick r:id="rId3" action="ppaction://hlinksldjump"/>
            <a:extLst>
              <a:ext uri="{FF2B5EF4-FFF2-40B4-BE49-F238E27FC236}">
                <a16:creationId xmlns:a16="http://schemas.microsoft.com/office/drawing/2014/main" id="{4A72155D-FADD-E9D2-E728-5BA04AF98B83}"/>
              </a:ext>
            </a:extLst>
          </p:cNvPr>
          <p:cNvSpPr txBox="1"/>
          <p:nvPr/>
        </p:nvSpPr>
        <p:spPr>
          <a:xfrm>
            <a:off x="7887629" y="4645158"/>
            <a:ext cx="1256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L" noProof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C760FA45-63DE-04F9-280D-233C110656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0488"/>
          <a:stretch/>
        </p:blipFill>
        <p:spPr>
          <a:xfrm>
            <a:off x="331840" y="896927"/>
            <a:ext cx="4322245" cy="148700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B120F028-99DC-81B9-1D36-C1125757539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6518"/>
          <a:stretch/>
        </p:blipFill>
        <p:spPr>
          <a:xfrm>
            <a:off x="4901085" y="826209"/>
            <a:ext cx="3783066" cy="1814872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777E17D3-EDCF-0BA4-D5B6-3C199C91D1D1}"/>
              </a:ext>
            </a:extLst>
          </p:cNvPr>
          <p:cNvSpPr txBox="1"/>
          <p:nvPr/>
        </p:nvSpPr>
        <p:spPr>
          <a:xfrm>
            <a:off x="578840" y="2571750"/>
            <a:ext cx="7514045" cy="23282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lnSpc>
                <a:spcPct val="150000"/>
              </a:lnSpc>
              <a:spcBef>
                <a:spcPts val="200"/>
              </a:spcBef>
            </a:pPr>
            <a:r>
              <a:rPr lang="es-CL" sz="1100" b="1" dirty="0">
                <a:latin typeface="Calibri" panose="020F0502020204030204" pitchFamily="34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Herramientas Tecnológicas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romanUcPeriod"/>
            </a:pPr>
            <a:r>
              <a:rPr lang="es-CL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Herramientas de desarrollo como </a:t>
            </a:r>
            <a:r>
              <a:rPr lang="es-CL" sz="1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Power</a:t>
            </a:r>
            <a:r>
              <a:rPr lang="es-CL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BI para la creación de </a:t>
            </a:r>
            <a:r>
              <a:rPr lang="es-CL" sz="1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dashboards</a:t>
            </a:r>
            <a:r>
              <a:rPr lang="es-CL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.</a:t>
            </a:r>
          </a:p>
          <a:p>
            <a:pPr marL="742950" lvl="1" indent="-285750" algn="just">
              <a:lnSpc>
                <a:spcPct val="150000"/>
              </a:lnSpc>
              <a:buFont typeface="+mj-lt"/>
              <a:buAutoNum type="romanUcPeriod"/>
            </a:pPr>
            <a:r>
              <a:rPr lang="es-CL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Recursos en la nube y base de datos para almacenar y procesar la información.</a:t>
            </a: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Font typeface="+mj-lt"/>
              <a:buAutoNum type="romanUcPeriod"/>
            </a:pPr>
            <a:r>
              <a:rPr lang="es-CL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Herramientas de integración para conectar diferentes fuentes de datos.</a:t>
            </a:r>
          </a:p>
          <a:p>
            <a:pPr>
              <a:lnSpc>
                <a:spcPct val="150000"/>
              </a:lnSpc>
              <a:spcBef>
                <a:spcPts val="200"/>
              </a:spcBef>
            </a:pPr>
            <a:r>
              <a:rPr lang="es-CL" sz="1100" b="1" dirty="0">
                <a:latin typeface="Calibri" panose="020F0502020204030204" pitchFamily="34" charset="0"/>
                <a:ea typeface="Yu Gothic Light" panose="020B0300000000000000" pitchFamily="34" charset="-128"/>
                <a:cs typeface="Times New Roman" panose="02020603050405020304" pitchFamily="18" charset="0"/>
              </a:rPr>
              <a:t>Recursos Humanos</a:t>
            </a: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Font typeface="+mj-lt"/>
              <a:buAutoNum type="romanUcPeriod"/>
            </a:pPr>
            <a:r>
              <a:rPr lang="es-CL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Disponibilidad de equipo técnico entre las áreas de especialistas para asesorar y apoyar las definiciones e implementaciones (hacer funcionar proceso de Gestión de Demanda)</a:t>
            </a:r>
          </a:p>
          <a:p>
            <a:pPr marL="742950" lvl="1" indent="-285750" algn="just">
              <a:lnSpc>
                <a:spcPct val="150000"/>
              </a:lnSpc>
              <a:spcAft>
                <a:spcPts val="800"/>
              </a:spcAft>
              <a:buFont typeface="+mj-lt"/>
              <a:buAutoNum type="romanUcPeriod"/>
            </a:pPr>
            <a:endParaRPr lang="es-CL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148119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4958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-%m-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5&quot;&gt;&lt;elem m_fUsage=&quot;1.59049000000000018140E+00&quot;&gt;&lt;m_msothmcolidx val=&quot;0&quot;/&gt;&lt;m_rgb r=&quot;F1&quot; g=&quot;64&quot; b=&quot;4A&quot;/&gt;&lt;/elem&gt;&lt;elem m_fUsage=&quot;9.00000000000000022204E-01&quot;&gt;&lt;m_msothmcolidx val=&quot;0&quot;/&gt;&lt;m_rgb r=&quot;BF&quot; g=&quot;8F&quot; b=&quot;00&quot;/&gt;&lt;/elem&gt;&lt;elem m_fUsage=&quot;8.10000000000000053291E-01&quot;&gt;&lt;m_msothmcolidx val=&quot;0&quot;/&gt;&lt;m_rgb r=&quot;8E&quot; g=&quot;A9&quot; b=&quot;DB&quot;/&gt;&lt;/elem&gt;&lt;elem m_fUsage=&quot;7.29000000000000092371E-01&quot;&gt;&lt;m_msothmcolidx val=&quot;0&quot;/&gt;&lt;m_rgb r=&quot;79&quot; g=&quot;C4&quot; b=&quot;48&quot;/&gt;&lt;/elem&gt;&lt;elem m_fUsage=&quot;6.56100000000000127542E-01&quot;&gt;&lt;m_msothmcolidx val=&quot;0&quot;/&gt;&lt;m_rgb r=&quot;CB&quot; g=&quot;CB&quot; b=&quot;CB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COVERS">
  <a:themeElements>
    <a:clrScheme name="GENERAL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C21B17"/>
      </a:accent1>
      <a:accent2>
        <a:srgbClr val="323232"/>
      </a:accent2>
      <a:accent3>
        <a:srgbClr val="707070"/>
      </a:accent3>
      <a:accent4>
        <a:srgbClr val="A0A0A0"/>
      </a:accent4>
      <a:accent5>
        <a:srgbClr val="DCDCDC"/>
      </a:accent5>
      <a:accent6>
        <a:srgbClr val="AA1B17"/>
      </a:accent6>
      <a:hlink>
        <a:srgbClr val="C11A16"/>
      </a:hlink>
      <a:folHlink>
        <a:srgbClr val="32323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INDEX">
  <a:themeElements>
    <a:clrScheme name="GENERAL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C21B17"/>
      </a:accent1>
      <a:accent2>
        <a:srgbClr val="323232"/>
      </a:accent2>
      <a:accent3>
        <a:srgbClr val="707070"/>
      </a:accent3>
      <a:accent4>
        <a:srgbClr val="A0A0A0"/>
      </a:accent4>
      <a:accent5>
        <a:srgbClr val="DCDCDC"/>
      </a:accent5>
      <a:accent6>
        <a:srgbClr val="AA1B17"/>
      </a:accent6>
      <a:hlink>
        <a:srgbClr val="C11A16"/>
      </a:hlink>
      <a:folHlink>
        <a:srgbClr val="32323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_PAGES">
  <a:themeElements>
    <a:clrScheme name="GENERALI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C21B17"/>
      </a:accent1>
      <a:accent2>
        <a:srgbClr val="323232"/>
      </a:accent2>
      <a:accent3>
        <a:srgbClr val="707070"/>
      </a:accent3>
      <a:accent4>
        <a:srgbClr val="A0A0A0"/>
      </a:accent4>
      <a:accent5>
        <a:srgbClr val="DCDCDC"/>
      </a:accent5>
      <a:accent6>
        <a:srgbClr val="AA1B17"/>
      </a:accent6>
      <a:hlink>
        <a:srgbClr val="C11A16"/>
      </a:hlink>
      <a:folHlink>
        <a:srgbClr val="32323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057a17e0-6ae8-4999-915d-d5b5cb4965b7">
      <UserInfo>
        <DisplayName>Lujano, Leidy</DisplayName>
        <AccountId>42</AccountId>
        <AccountType/>
      </UserInfo>
      <UserInfo>
        <DisplayName>Sandoval Saldias, Luis</DisplayName>
        <AccountId>45</AccountId>
        <AccountType/>
      </UserInfo>
      <UserInfo>
        <DisplayName>Montanares Trujillo, Pamela Andrea</DisplayName>
        <AccountId>25</AccountId>
        <AccountType/>
      </UserInfo>
      <UserInfo>
        <DisplayName>Segovia Mateluna, Cristian</DisplayName>
        <AccountId>17</AccountId>
        <AccountType/>
      </UserInfo>
      <UserInfo>
        <DisplayName>Ávila Rivas Mariana,Ruth (Externo)</DisplayName>
        <AccountId>61</AccountId>
        <AccountType/>
      </UserInfo>
    </SharedWithUsers>
    <_activity xmlns="073ff710-0200-4bdc-af80-125e66a10c0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E5B8A718CB0044F97123CCE2B524969" ma:contentTypeVersion="14" ma:contentTypeDescription="Create a new document." ma:contentTypeScope="" ma:versionID="6ff68422560af41a77174f164b7c0a1c">
  <xsd:schema xmlns:xsd="http://www.w3.org/2001/XMLSchema" xmlns:xs="http://www.w3.org/2001/XMLSchema" xmlns:p="http://schemas.microsoft.com/office/2006/metadata/properties" xmlns:ns3="073ff710-0200-4bdc-af80-125e66a10c02" xmlns:ns4="057a17e0-6ae8-4999-915d-d5b5cb4965b7" targetNamespace="http://schemas.microsoft.com/office/2006/metadata/properties" ma:root="true" ma:fieldsID="db2601af5c84afd12409c7c1ebcfcfa3" ns3:_="" ns4:_="">
    <xsd:import namespace="073ff710-0200-4bdc-af80-125e66a10c02"/>
    <xsd:import namespace="057a17e0-6ae8-4999-915d-d5b5cb4965b7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73ff710-0200-4bdc-af80-125e66a10c02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12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3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57a17e0-6ae8-4999-915d-d5b5cb4965b7" elementFormDefault="qualified">
    <xsd:import namespace="http://schemas.microsoft.com/office/2006/documentManagement/types"/>
    <xsd:import namespace="http://schemas.microsoft.com/office/infopath/2007/PartnerControls"/>
    <xsd:element name="SharedWithUsers" ma:index="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1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E8FBDD3-9A57-4DE1-815E-8785095EC1B8}">
  <ds:schemaRefs>
    <ds:schemaRef ds:uri="http://schemas.microsoft.com/office/2006/documentManagement/types"/>
    <ds:schemaRef ds:uri="http://purl.org/dc/dcmitype/"/>
    <ds:schemaRef ds:uri="http://purl.org/dc/terms/"/>
    <ds:schemaRef ds:uri="073ff710-0200-4bdc-af80-125e66a10c02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http://www.w3.org/XML/1998/namespace"/>
    <ds:schemaRef ds:uri="http://schemas.microsoft.com/office/infopath/2007/PartnerControls"/>
    <ds:schemaRef ds:uri="057a17e0-6ae8-4999-915d-d5b5cb4965b7"/>
  </ds:schemaRefs>
</ds:datastoreItem>
</file>

<file path=customXml/itemProps2.xml><?xml version="1.0" encoding="utf-8"?>
<ds:datastoreItem xmlns:ds="http://schemas.openxmlformats.org/officeDocument/2006/customXml" ds:itemID="{56610031-68BD-4DA9-B639-9808D7FA851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73ff710-0200-4bdc-af80-125e66a10c02"/>
    <ds:schemaRef ds:uri="057a17e0-6ae8-4999-915d-d5b5cb4965b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79FE512-D65C-4CA4-94C9-A94A36CF658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6107e17-4aff-4d42-861d-79e39cadefb0}" enabled="1" method="Privileged" siteId="{a333391b-0dff-40fd-868d-c6cee58f73b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2119</TotalTime>
  <Words>568</Words>
  <Application>Microsoft Office PowerPoint</Application>
  <PresentationFormat>Presentación en pantalla (16:9)</PresentationFormat>
  <Paragraphs>99</Paragraphs>
  <Slides>8</Slides>
  <Notes>4</Notes>
  <HiddenSlides>0</HiddenSlides>
  <MMClips>0</MMClips>
  <ScaleCrop>false</ScaleCrop>
  <HeadingPairs>
    <vt:vector size="10" baseType="variant">
      <vt:variant>
        <vt:lpstr>Fuentes usadas</vt:lpstr>
      </vt:variant>
      <vt:variant>
        <vt:i4>3</vt:i4>
      </vt:variant>
      <vt:variant>
        <vt:lpstr>Tema</vt:lpstr>
      </vt:variant>
      <vt:variant>
        <vt:i4>3</vt:i4>
      </vt:variant>
      <vt:variant>
        <vt:lpstr>Servidores OLE incrustados</vt:lpstr>
      </vt:variant>
      <vt:variant>
        <vt:i4>1</vt:i4>
      </vt:variant>
      <vt:variant>
        <vt:lpstr>Títulos de diapositiva</vt:lpstr>
      </vt:variant>
      <vt:variant>
        <vt:i4>8</vt:i4>
      </vt:variant>
      <vt:variant>
        <vt:lpstr>Presentaciones personalizadas</vt:lpstr>
      </vt:variant>
      <vt:variant>
        <vt:i4>1</vt:i4>
      </vt:variant>
    </vt:vector>
  </HeadingPairs>
  <TitlesOfParts>
    <vt:vector size="16" baseType="lpstr">
      <vt:lpstr>Arial</vt:lpstr>
      <vt:lpstr>Calibri</vt:lpstr>
      <vt:lpstr>Symbol</vt:lpstr>
      <vt:lpstr>COVERS</vt:lpstr>
      <vt:lpstr>1_INDEX</vt:lpstr>
      <vt:lpstr>1_PAGES</vt:lpstr>
      <vt:lpstr>Diapositiva de think-cell</vt:lpstr>
      <vt:lpstr>Presentación de PowerPoint</vt:lpstr>
      <vt:lpstr>INDICE</vt:lpstr>
      <vt:lpstr>Presentación de PowerPoint</vt:lpstr>
      <vt:lpstr>Presentación de PowerPoint</vt:lpstr>
      <vt:lpstr>03. Resumen de la Iniciativa del Proyecto</vt:lpstr>
      <vt:lpstr>04. Modelo de iniciativa</vt:lpstr>
      <vt:lpstr>05. Alcances y limitaciones</vt:lpstr>
      <vt:lpstr>06. etapas del proyecto Y recursos necesarios </vt:lpstr>
      <vt:lpstr>Presentazione personalizzata 1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GENERALI</dc:title>
  <dc:subject/>
  <dc:creator>FUTUREBRAND</dc:creator>
  <cp:keywords/>
  <dc:description/>
  <cp:lastModifiedBy>Carrasco Garcia, Claudio</cp:lastModifiedBy>
  <cp:revision>3</cp:revision>
  <dcterms:created xsi:type="dcterms:W3CDTF">2015-09-16T21:20:32Z</dcterms:created>
  <dcterms:modified xsi:type="dcterms:W3CDTF">2025-05-19T20:51:19Z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f4bb52-9e9d-4296-940a-59002820a53c_Enabled">
    <vt:lpwstr>true</vt:lpwstr>
  </property>
  <property fmtid="{D5CDD505-2E9C-101B-9397-08002B2CF9AE}" pid="3" name="MSIP_Label_5bf4bb52-9e9d-4296-940a-59002820a53c_SetDate">
    <vt:lpwstr>2022-05-17T11:38:46Z</vt:lpwstr>
  </property>
  <property fmtid="{D5CDD505-2E9C-101B-9397-08002B2CF9AE}" pid="4" name="MSIP_Label_5bf4bb52-9e9d-4296-940a-59002820a53c_Method">
    <vt:lpwstr>Standard</vt:lpwstr>
  </property>
  <property fmtid="{D5CDD505-2E9C-101B-9397-08002B2CF9AE}" pid="5" name="MSIP_Label_5bf4bb52-9e9d-4296-940a-59002820a53c_Name">
    <vt:lpwstr>5bf4bb52-9e9d-4296-940a-59002820a53c</vt:lpwstr>
  </property>
  <property fmtid="{D5CDD505-2E9C-101B-9397-08002B2CF9AE}" pid="6" name="MSIP_Label_5bf4bb52-9e9d-4296-940a-59002820a53c_SiteId">
    <vt:lpwstr>cbeb3ecc-6f45-4183-b5a8-088140deae5d</vt:lpwstr>
  </property>
  <property fmtid="{D5CDD505-2E9C-101B-9397-08002B2CF9AE}" pid="7" name="MSIP_Label_5bf4bb52-9e9d-4296-940a-59002820a53c_ActionId">
    <vt:lpwstr>ca111c13-4417-4038-942e-3a90327c02e6</vt:lpwstr>
  </property>
  <property fmtid="{D5CDD505-2E9C-101B-9397-08002B2CF9AE}" pid="8" name="MSIP_Label_5bf4bb52-9e9d-4296-940a-59002820a53c_ContentBits">
    <vt:lpwstr>0</vt:lpwstr>
  </property>
  <property fmtid="{D5CDD505-2E9C-101B-9397-08002B2CF9AE}" pid="9" name="ContentTypeId">
    <vt:lpwstr>0x010100AE5B8A718CB0044F97123CCE2B524969</vt:lpwstr>
  </property>
  <property fmtid="{D5CDD505-2E9C-101B-9397-08002B2CF9AE}" pid="10" name="MediaServiceImageTags">
    <vt:lpwstr/>
  </property>
</Properties>
</file>